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-1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0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gjeiolzucx5a/cover_image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81000" y="1212056"/>
            <a:ext cx="3876675" cy="381000"/>
          </a:xfrm>
          <a:custGeom>
            <a:avLst/>
            <a:gdLst/>
            <a:ahLst/>
            <a:cxnLst/>
            <a:rect l="l" t="t" r="r" b="b"/>
            <a:pathLst>
              <a:path w="3876675" h="381000">
                <a:moveTo>
                  <a:pt x="190500" y="0"/>
                </a:moveTo>
                <a:lnTo>
                  <a:pt x="3686175" y="0"/>
                </a:lnTo>
                <a:cubicBezTo>
                  <a:pt x="3791315" y="0"/>
                  <a:pt x="3876675" y="85360"/>
                  <a:pt x="3876675" y="190500"/>
                </a:cubicBezTo>
                <a:lnTo>
                  <a:pt x="3876675" y="190500"/>
                </a:lnTo>
                <a:cubicBezTo>
                  <a:pt x="3876675" y="295640"/>
                  <a:pt x="3791315" y="381000"/>
                  <a:pt x="36861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33400" y="1316831"/>
            <a:ext cx="36439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0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HACKFEST 2026 • THEME 2: ASSISTED LIVING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1656"/>
            <a:ext cx="7124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SmartGuard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888456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81000" y="3174206"/>
            <a:ext cx="68103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AI-Powered Fall Detection for Elderly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836194"/>
            <a:ext cx="6781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Wearables. Just Smartphone.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 Safety.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4408" y="4816078"/>
            <a:ext cx="6211641" cy="1659731"/>
          </a:xfrm>
          <a:custGeom>
            <a:avLst/>
            <a:gdLst/>
            <a:ahLst/>
            <a:cxnLst/>
            <a:rect l="l" t="t" r="r" b="b"/>
            <a:pathLst>
              <a:path w="1771650" h="685800">
                <a:moveTo>
                  <a:pt x="114302" y="0"/>
                </a:moveTo>
                <a:lnTo>
                  <a:pt x="1657348" y="0"/>
                </a:lnTo>
                <a:cubicBezTo>
                  <a:pt x="1720433" y="0"/>
                  <a:pt x="1771650" y="51217"/>
                  <a:pt x="1771650" y="114302"/>
                </a:cubicBezTo>
                <a:lnTo>
                  <a:pt x="1771650" y="571498"/>
                </a:lnTo>
                <a:cubicBezTo>
                  <a:pt x="1771650" y="634583"/>
                  <a:pt x="1720433" y="685800"/>
                  <a:pt x="165734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70133" y="4974300"/>
            <a:ext cx="1263445" cy="1182687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680697" y="5170158"/>
            <a:ext cx="5009766" cy="8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Unobtrusive fall detection without wearables</a:t>
            </a:r>
          </a:p>
          <a:p>
            <a:r>
              <a:rPr lang="en-US" dirty="0"/>
              <a:t>Many seniors refuse to wear wearable devices, making fall detection ineffective. The focus is on passive, non-intrusive detection methods.</a:t>
            </a:r>
          </a:p>
        </p:txBody>
      </p:sp>
      <p:sp>
        <p:nvSpPr>
          <p:cNvPr id="14" name="Text 11"/>
          <p:cNvSpPr/>
          <p:nvPr/>
        </p:nvSpPr>
        <p:spPr>
          <a:xfrm>
            <a:off x="560633" y="5210044"/>
            <a:ext cx="2526890" cy="689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</a:rPr>
              <a:t>Problem </a:t>
            </a:r>
          </a:p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</a:rPr>
              <a:t>Statement: 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19266" y="3321611"/>
            <a:ext cx="6134189" cy="1311534"/>
          </a:xfrm>
          <a:custGeom>
            <a:avLst/>
            <a:gdLst/>
            <a:ahLst/>
            <a:cxnLst/>
            <a:rect l="l" t="t" r="r" b="b"/>
            <a:pathLst>
              <a:path w="2371725" h="685800">
                <a:moveTo>
                  <a:pt x="114302" y="0"/>
                </a:moveTo>
                <a:lnTo>
                  <a:pt x="2257423" y="0"/>
                </a:lnTo>
                <a:cubicBezTo>
                  <a:pt x="2320508" y="0"/>
                  <a:pt x="2371725" y="51217"/>
                  <a:pt x="2371725" y="114302"/>
                </a:cubicBezTo>
                <a:lnTo>
                  <a:pt x="2371725" y="571498"/>
                </a:lnTo>
                <a:cubicBezTo>
                  <a:pt x="2371725" y="634583"/>
                  <a:pt x="2320508" y="685800"/>
                  <a:pt x="22574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848114" y="31115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5"/>
          <p:cNvSpPr/>
          <p:nvPr/>
        </p:nvSpPr>
        <p:spPr>
          <a:xfrm>
            <a:off x="6376466" y="3303217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Details: </a:t>
            </a:r>
            <a:endParaRPr lang="en-US" sz="2800" b="1" dirty="0"/>
          </a:p>
        </p:txBody>
      </p:sp>
      <p:sp>
        <p:nvSpPr>
          <p:cNvPr id="19" name="Text 16"/>
          <p:cNvSpPr/>
          <p:nvPr/>
        </p:nvSpPr>
        <p:spPr>
          <a:xfrm>
            <a:off x="9385325" y="5610226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F2AAF9B7-B656-F677-9C2E-75337F3E5ACB}"/>
              </a:ext>
            </a:extLst>
          </p:cNvPr>
          <p:cNvSpPr/>
          <p:nvPr/>
        </p:nvSpPr>
        <p:spPr>
          <a:xfrm>
            <a:off x="6218031" y="3090136"/>
            <a:ext cx="7276476" cy="1909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Divyanshu Patel         	    || divyanshupatel.dev@gmail.com || 9301503581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Mohd Waqar Azim 	    || mohdwaqar.azim2023@vitstudent.ac.in || 9005552177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Ashutosh Kashinath </a:t>
            </a:r>
            <a:r>
              <a:rPr lang="en-US" sz="1200" dirty="0" err="1">
                <a:latin typeface="MiSans" pitchFamily="34" charset="0"/>
                <a:ea typeface="MiSans" pitchFamily="34" charset="-122"/>
                <a:cs typeface="MiSans" pitchFamily="34" charset="-120"/>
              </a:rPr>
              <a:t>Gunjal</a:t>
            </a: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         || ashutosh.gunjal.dev@gmail.com || 7972495549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Varshith Pilli 	                              || pillinaga.varshith2023@vitstudent.ac.in || 8978930678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5808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kern="0" spc="48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Critical Gap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590496"/>
            <a:ext cx="11653607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2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Current Solutions Fail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350" y="1042051"/>
            <a:ext cx="833641" cy="34735"/>
          </a:xfrm>
          <a:custGeom>
            <a:avLst/>
            <a:gdLst/>
            <a:ahLst/>
            <a:cxnLst/>
            <a:rect l="l" t="t" r="r" b="b"/>
            <a:pathLst>
              <a:path w="833641" h="34735">
                <a:moveTo>
                  <a:pt x="0" y="0"/>
                </a:moveTo>
                <a:lnTo>
                  <a:pt x="833641" y="0"/>
                </a:lnTo>
                <a:lnTo>
                  <a:pt x="833641" y="34735"/>
                </a:lnTo>
                <a:lnTo>
                  <a:pt x="0" y="34735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4718" y="1250462"/>
            <a:ext cx="5627077" cy="2466188"/>
          </a:xfrm>
          <a:custGeom>
            <a:avLst/>
            <a:gdLst/>
            <a:ahLst/>
            <a:cxnLst/>
            <a:rect l="l" t="t" r="r" b="b"/>
            <a:pathLst>
              <a:path w="5627077" h="2466188">
                <a:moveTo>
                  <a:pt x="34735" y="0"/>
                </a:moveTo>
                <a:lnTo>
                  <a:pt x="5488132" y="0"/>
                </a:lnTo>
                <a:cubicBezTo>
                  <a:pt x="5564869" y="0"/>
                  <a:pt x="5627077" y="62208"/>
                  <a:pt x="5627077" y="138945"/>
                </a:cubicBezTo>
                <a:lnTo>
                  <a:pt x="5627077" y="2327243"/>
                </a:lnTo>
                <a:cubicBezTo>
                  <a:pt x="5627077" y="2403980"/>
                  <a:pt x="5564869" y="2466188"/>
                  <a:pt x="5488132" y="2466188"/>
                </a:cubicBezTo>
                <a:lnTo>
                  <a:pt x="34735" y="2466188"/>
                </a:lnTo>
                <a:cubicBezTo>
                  <a:pt x="15551" y="2466188"/>
                  <a:pt x="0" y="2450637"/>
                  <a:pt x="0" y="2431453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4718" y="1250462"/>
            <a:ext cx="34735" cy="2466188"/>
          </a:xfrm>
          <a:custGeom>
            <a:avLst/>
            <a:gdLst/>
            <a:ahLst/>
            <a:cxnLst/>
            <a:rect l="l" t="t" r="r" b="b"/>
            <a:pathLst>
              <a:path w="34735" h="2466188">
                <a:moveTo>
                  <a:pt x="34735" y="0"/>
                </a:moveTo>
                <a:lnTo>
                  <a:pt x="34735" y="0"/>
                </a:lnTo>
                <a:lnTo>
                  <a:pt x="34735" y="2466188"/>
                </a:lnTo>
                <a:lnTo>
                  <a:pt x="34735" y="2466188"/>
                </a:lnTo>
                <a:cubicBezTo>
                  <a:pt x="15551" y="2466188"/>
                  <a:pt x="0" y="2450637"/>
                  <a:pt x="0" y="2431453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55761" y="1424137"/>
            <a:ext cx="416821" cy="416821"/>
          </a:xfrm>
          <a:custGeom>
            <a:avLst/>
            <a:gdLst/>
            <a:ahLst/>
            <a:cxnLst/>
            <a:rect l="l" t="t" r="r" b="b"/>
            <a:pathLst>
              <a:path w="416821" h="416821">
                <a:moveTo>
                  <a:pt x="104205" y="0"/>
                </a:moveTo>
                <a:lnTo>
                  <a:pt x="312615" y="0"/>
                </a:lnTo>
                <a:cubicBezTo>
                  <a:pt x="370128" y="0"/>
                  <a:pt x="416821" y="46693"/>
                  <a:pt x="416821" y="104205"/>
                </a:cubicBezTo>
                <a:lnTo>
                  <a:pt x="416821" y="312615"/>
                </a:lnTo>
                <a:cubicBezTo>
                  <a:pt x="416821" y="370128"/>
                  <a:pt x="370128" y="416821"/>
                  <a:pt x="312615" y="416821"/>
                </a:cubicBezTo>
                <a:lnTo>
                  <a:pt x="104205" y="416821"/>
                </a:lnTo>
                <a:cubicBezTo>
                  <a:pt x="46693" y="416821"/>
                  <a:pt x="0" y="370128"/>
                  <a:pt x="0" y="312615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6479" y="1545709"/>
            <a:ext cx="195385" cy="173675"/>
          </a:xfrm>
          <a:custGeom>
            <a:avLst/>
            <a:gdLst/>
            <a:ahLst/>
            <a:cxnLst/>
            <a:rect l="l" t="t" r="r" b="b"/>
            <a:pathLst>
              <a:path w="195385" h="173675">
                <a:moveTo>
                  <a:pt x="43419" y="21709"/>
                </a:moveTo>
                <a:cubicBezTo>
                  <a:pt x="43419" y="9735"/>
                  <a:pt x="53154" y="0"/>
                  <a:pt x="65128" y="0"/>
                </a:cubicBezTo>
                <a:lnTo>
                  <a:pt x="130256" y="0"/>
                </a:lnTo>
                <a:cubicBezTo>
                  <a:pt x="142231" y="0"/>
                  <a:pt x="151966" y="9735"/>
                  <a:pt x="151966" y="21709"/>
                </a:cubicBezTo>
                <a:lnTo>
                  <a:pt x="151966" y="43419"/>
                </a:lnTo>
                <a:lnTo>
                  <a:pt x="173675" y="43419"/>
                </a:lnTo>
                <a:cubicBezTo>
                  <a:pt x="185649" y="43419"/>
                  <a:pt x="195385" y="53154"/>
                  <a:pt x="195385" y="65128"/>
                </a:cubicBezTo>
                <a:lnTo>
                  <a:pt x="195385" y="151966"/>
                </a:lnTo>
                <a:cubicBezTo>
                  <a:pt x="195385" y="163940"/>
                  <a:pt x="185649" y="173675"/>
                  <a:pt x="173675" y="173675"/>
                </a:cubicBezTo>
                <a:lnTo>
                  <a:pt x="21709" y="173675"/>
                </a:lnTo>
                <a:cubicBezTo>
                  <a:pt x="9735" y="173675"/>
                  <a:pt x="0" y="163940"/>
                  <a:pt x="0" y="151966"/>
                </a:cubicBezTo>
                <a:lnTo>
                  <a:pt x="0" y="65128"/>
                </a:lnTo>
                <a:cubicBezTo>
                  <a:pt x="0" y="53154"/>
                  <a:pt x="9735" y="43419"/>
                  <a:pt x="21709" y="43419"/>
                </a:cubicBezTo>
                <a:lnTo>
                  <a:pt x="43419" y="43419"/>
                </a:lnTo>
                <a:lnTo>
                  <a:pt x="43419" y="21709"/>
                </a:lnTo>
                <a:close/>
                <a:moveTo>
                  <a:pt x="92265" y="119402"/>
                </a:moveTo>
                <a:cubicBezTo>
                  <a:pt x="86261" y="119402"/>
                  <a:pt x="81410" y="124252"/>
                  <a:pt x="81410" y="130256"/>
                </a:cubicBezTo>
                <a:lnTo>
                  <a:pt x="81410" y="157393"/>
                </a:lnTo>
                <a:lnTo>
                  <a:pt x="113974" y="157393"/>
                </a:lnTo>
                <a:lnTo>
                  <a:pt x="113974" y="130256"/>
                </a:lnTo>
                <a:cubicBezTo>
                  <a:pt x="113974" y="124252"/>
                  <a:pt x="109124" y="119402"/>
                  <a:pt x="103120" y="119402"/>
                </a:cubicBezTo>
                <a:lnTo>
                  <a:pt x="92265" y="119402"/>
                </a:lnTo>
                <a:close/>
                <a:moveTo>
                  <a:pt x="43419" y="124829"/>
                </a:moveTo>
                <a:lnTo>
                  <a:pt x="43419" y="113974"/>
                </a:lnTo>
                <a:cubicBezTo>
                  <a:pt x="43419" y="110989"/>
                  <a:pt x="40976" y="108547"/>
                  <a:pt x="37991" y="108547"/>
                </a:cubicBezTo>
                <a:lnTo>
                  <a:pt x="27137" y="108547"/>
                </a:lnTo>
                <a:cubicBezTo>
                  <a:pt x="24152" y="108547"/>
                  <a:pt x="21709" y="110989"/>
                  <a:pt x="21709" y="113974"/>
                </a:cubicBezTo>
                <a:lnTo>
                  <a:pt x="21709" y="124829"/>
                </a:lnTo>
                <a:cubicBezTo>
                  <a:pt x="21709" y="127814"/>
                  <a:pt x="24152" y="130256"/>
                  <a:pt x="27137" y="130256"/>
                </a:cubicBezTo>
                <a:lnTo>
                  <a:pt x="37991" y="130256"/>
                </a:lnTo>
                <a:cubicBezTo>
                  <a:pt x="40976" y="130256"/>
                  <a:pt x="43419" y="127814"/>
                  <a:pt x="43419" y="124829"/>
                </a:cubicBezTo>
                <a:close/>
                <a:moveTo>
                  <a:pt x="37991" y="86838"/>
                </a:moveTo>
                <a:cubicBezTo>
                  <a:pt x="40976" y="86838"/>
                  <a:pt x="43419" y="84395"/>
                  <a:pt x="43419" y="81410"/>
                </a:cubicBezTo>
                <a:lnTo>
                  <a:pt x="43419" y="70556"/>
                </a:lnTo>
                <a:cubicBezTo>
                  <a:pt x="43419" y="67571"/>
                  <a:pt x="40976" y="65128"/>
                  <a:pt x="37991" y="65128"/>
                </a:cubicBezTo>
                <a:lnTo>
                  <a:pt x="27137" y="65128"/>
                </a:lnTo>
                <a:cubicBezTo>
                  <a:pt x="24152" y="65128"/>
                  <a:pt x="21709" y="67571"/>
                  <a:pt x="21709" y="70556"/>
                </a:cubicBezTo>
                <a:lnTo>
                  <a:pt x="21709" y="81410"/>
                </a:lnTo>
                <a:cubicBezTo>
                  <a:pt x="21709" y="84395"/>
                  <a:pt x="24152" y="86838"/>
                  <a:pt x="27137" y="86838"/>
                </a:cubicBezTo>
                <a:lnTo>
                  <a:pt x="37991" y="86838"/>
                </a:lnTo>
                <a:close/>
                <a:moveTo>
                  <a:pt x="173675" y="124829"/>
                </a:moveTo>
                <a:lnTo>
                  <a:pt x="173675" y="113974"/>
                </a:lnTo>
                <a:cubicBezTo>
                  <a:pt x="173675" y="110989"/>
                  <a:pt x="171233" y="108547"/>
                  <a:pt x="168248" y="108547"/>
                </a:cubicBezTo>
                <a:lnTo>
                  <a:pt x="157393" y="108547"/>
                </a:lnTo>
                <a:cubicBezTo>
                  <a:pt x="154408" y="108547"/>
                  <a:pt x="151966" y="110989"/>
                  <a:pt x="151966" y="113974"/>
                </a:cubicBezTo>
                <a:lnTo>
                  <a:pt x="151966" y="124829"/>
                </a:lnTo>
                <a:cubicBezTo>
                  <a:pt x="151966" y="127814"/>
                  <a:pt x="154408" y="130256"/>
                  <a:pt x="157393" y="130256"/>
                </a:cubicBezTo>
                <a:lnTo>
                  <a:pt x="168248" y="130256"/>
                </a:lnTo>
                <a:cubicBezTo>
                  <a:pt x="171233" y="130256"/>
                  <a:pt x="173675" y="127814"/>
                  <a:pt x="173675" y="124829"/>
                </a:cubicBezTo>
                <a:close/>
                <a:moveTo>
                  <a:pt x="168248" y="86838"/>
                </a:moveTo>
                <a:cubicBezTo>
                  <a:pt x="171233" y="86838"/>
                  <a:pt x="173675" y="84395"/>
                  <a:pt x="173675" y="81410"/>
                </a:cubicBezTo>
                <a:lnTo>
                  <a:pt x="173675" y="70556"/>
                </a:lnTo>
                <a:cubicBezTo>
                  <a:pt x="173675" y="67571"/>
                  <a:pt x="171233" y="65128"/>
                  <a:pt x="168248" y="65128"/>
                </a:cubicBezTo>
                <a:lnTo>
                  <a:pt x="157393" y="65128"/>
                </a:lnTo>
                <a:cubicBezTo>
                  <a:pt x="154408" y="65128"/>
                  <a:pt x="151966" y="67571"/>
                  <a:pt x="151966" y="70556"/>
                </a:cubicBezTo>
                <a:lnTo>
                  <a:pt x="151966" y="81410"/>
                </a:lnTo>
                <a:cubicBezTo>
                  <a:pt x="151966" y="84395"/>
                  <a:pt x="154408" y="86838"/>
                  <a:pt x="157393" y="86838"/>
                </a:cubicBezTo>
                <a:lnTo>
                  <a:pt x="168248" y="86838"/>
                </a:lnTo>
                <a:close/>
                <a:moveTo>
                  <a:pt x="89551" y="35278"/>
                </a:moveTo>
                <a:lnTo>
                  <a:pt x="89551" y="46132"/>
                </a:lnTo>
                <a:lnTo>
                  <a:pt x="78697" y="46132"/>
                </a:lnTo>
                <a:cubicBezTo>
                  <a:pt x="75712" y="46132"/>
                  <a:pt x="73269" y="48575"/>
                  <a:pt x="73269" y="51560"/>
                </a:cubicBezTo>
                <a:lnTo>
                  <a:pt x="73269" y="56987"/>
                </a:lnTo>
                <a:cubicBezTo>
                  <a:pt x="73269" y="59972"/>
                  <a:pt x="75712" y="62415"/>
                  <a:pt x="78697" y="62415"/>
                </a:cubicBezTo>
                <a:lnTo>
                  <a:pt x="89551" y="62415"/>
                </a:lnTo>
                <a:lnTo>
                  <a:pt x="89551" y="73269"/>
                </a:lnTo>
                <a:cubicBezTo>
                  <a:pt x="89551" y="76254"/>
                  <a:pt x="91994" y="78697"/>
                  <a:pt x="94979" y="78697"/>
                </a:cubicBezTo>
                <a:lnTo>
                  <a:pt x="100406" y="78697"/>
                </a:lnTo>
                <a:cubicBezTo>
                  <a:pt x="103391" y="78697"/>
                  <a:pt x="105833" y="76254"/>
                  <a:pt x="105833" y="73269"/>
                </a:cubicBezTo>
                <a:lnTo>
                  <a:pt x="105833" y="62415"/>
                </a:lnTo>
                <a:lnTo>
                  <a:pt x="116688" y="62415"/>
                </a:lnTo>
                <a:cubicBezTo>
                  <a:pt x="119673" y="62415"/>
                  <a:pt x="122115" y="59972"/>
                  <a:pt x="122115" y="56987"/>
                </a:cubicBezTo>
                <a:lnTo>
                  <a:pt x="122115" y="51560"/>
                </a:lnTo>
                <a:cubicBezTo>
                  <a:pt x="122115" y="48575"/>
                  <a:pt x="119673" y="46132"/>
                  <a:pt x="116688" y="46132"/>
                </a:cubicBezTo>
                <a:lnTo>
                  <a:pt x="105833" y="46132"/>
                </a:lnTo>
                <a:lnTo>
                  <a:pt x="105833" y="35278"/>
                </a:lnTo>
                <a:cubicBezTo>
                  <a:pt x="105833" y="32293"/>
                  <a:pt x="103391" y="29850"/>
                  <a:pt x="100406" y="29850"/>
                </a:cubicBezTo>
                <a:lnTo>
                  <a:pt x="94979" y="29850"/>
                </a:lnTo>
                <a:cubicBezTo>
                  <a:pt x="91994" y="29850"/>
                  <a:pt x="89551" y="32293"/>
                  <a:pt x="89551" y="352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76786" y="1510974"/>
            <a:ext cx="151097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India's Fall Crisis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761" y="1979897"/>
            <a:ext cx="2579077" cy="729436"/>
          </a:xfrm>
          <a:custGeom>
            <a:avLst/>
            <a:gdLst/>
            <a:ahLst/>
            <a:cxnLst/>
            <a:rect l="l" t="t" r="r" b="b"/>
            <a:pathLst>
              <a:path w="2579077" h="729436">
                <a:moveTo>
                  <a:pt x="104207" y="0"/>
                </a:moveTo>
                <a:lnTo>
                  <a:pt x="2474870" y="0"/>
                </a:lnTo>
                <a:cubicBezTo>
                  <a:pt x="2532422" y="0"/>
                  <a:pt x="2579077" y="46655"/>
                  <a:pt x="2579077" y="104207"/>
                </a:cubicBezTo>
                <a:lnTo>
                  <a:pt x="2579077" y="625229"/>
                </a:lnTo>
                <a:cubicBezTo>
                  <a:pt x="2579077" y="682742"/>
                  <a:pt x="2532383" y="729436"/>
                  <a:pt x="247487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9966" y="2084103"/>
            <a:ext cx="2500923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500K+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9966" y="2431453"/>
            <a:ext cx="2431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Falls Annually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39993" y="1979897"/>
            <a:ext cx="2579077" cy="729436"/>
          </a:xfrm>
          <a:custGeom>
            <a:avLst/>
            <a:gdLst/>
            <a:ahLst/>
            <a:cxnLst/>
            <a:rect l="l" t="t" r="r" b="b"/>
            <a:pathLst>
              <a:path w="2579077" h="729436">
                <a:moveTo>
                  <a:pt x="104207" y="0"/>
                </a:moveTo>
                <a:lnTo>
                  <a:pt x="2474870" y="0"/>
                </a:lnTo>
                <a:cubicBezTo>
                  <a:pt x="2532422" y="0"/>
                  <a:pt x="2579077" y="46655"/>
                  <a:pt x="2579077" y="104207"/>
                </a:cubicBezTo>
                <a:lnTo>
                  <a:pt x="2579077" y="625229"/>
                </a:lnTo>
                <a:cubicBezTo>
                  <a:pt x="2579077" y="682742"/>
                  <a:pt x="2532383" y="729436"/>
                  <a:pt x="247487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44198" y="2084103"/>
            <a:ext cx="2500923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100K+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44198" y="2431453"/>
            <a:ext cx="2431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Hospitalizations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5761" y="2813538"/>
            <a:ext cx="2579077" cy="729436"/>
          </a:xfrm>
          <a:custGeom>
            <a:avLst/>
            <a:gdLst/>
            <a:ahLst/>
            <a:cxnLst/>
            <a:rect l="l" t="t" r="r" b="b"/>
            <a:pathLst>
              <a:path w="2579077" h="729436">
                <a:moveTo>
                  <a:pt x="104207" y="0"/>
                </a:moveTo>
                <a:lnTo>
                  <a:pt x="2474870" y="0"/>
                </a:lnTo>
                <a:cubicBezTo>
                  <a:pt x="2532422" y="0"/>
                  <a:pt x="2579077" y="46655"/>
                  <a:pt x="2579077" y="104207"/>
                </a:cubicBezTo>
                <a:lnTo>
                  <a:pt x="2579077" y="625229"/>
                </a:lnTo>
                <a:cubicBezTo>
                  <a:pt x="2579077" y="682742"/>
                  <a:pt x="2532383" y="729436"/>
                  <a:pt x="247487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9966" y="2917744"/>
            <a:ext cx="2500923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3,000+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966" y="3265094"/>
            <a:ext cx="2431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Deaths/Year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9993" y="2813538"/>
            <a:ext cx="2579077" cy="729436"/>
          </a:xfrm>
          <a:custGeom>
            <a:avLst/>
            <a:gdLst/>
            <a:ahLst/>
            <a:cxnLst/>
            <a:rect l="l" t="t" r="r" b="b"/>
            <a:pathLst>
              <a:path w="2579077" h="729436">
                <a:moveTo>
                  <a:pt x="104207" y="0"/>
                </a:moveTo>
                <a:lnTo>
                  <a:pt x="2474870" y="0"/>
                </a:lnTo>
                <a:cubicBezTo>
                  <a:pt x="2532422" y="0"/>
                  <a:pt x="2579077" y="46655"/>
                  <a:pt x="2579077" y="104207"/>
                </a:cubicBezTo>
                <a:lnTo>
                  <a:pt x="2579077" y="625229"/>
                </a:lnTo>
                <a:cubicBezTo>
                  <a:pt x="2579077" y="682742"/>
                  <a:pt x="2532383" y="729436"/>
                  <a:pt x="247487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44198" y="2917744"/>
            <a:ext cx="2500923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₹35K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4198" y="3265094"/>
            <a:ext cx="2431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Avg. Cost/Fall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1692" y="3859932"/>
            <a:ext cx="5635761" cy="2318564"/>
          </a:xfrm>
          <a:custGeom>
            <a:avLst/>
            <a:gdLst/>
            <a:ahLst/>
            <a:cxnLst/>
            <a:rect l="l" t="t" r="r" b="b"/>
            <a:pathLst>
              <a:path w="5635761" h="2318564">
                <a:moveTo>
                  <a:pt x="138952" y="0"/>
                </a:moveTo>
                <a:lnTo>
                  <a:pt x="5496809" y="0"/>
                </a:lnTo>
                <a:cubicBezTo>
                  <a:pt x="5573550" y="0"/>
                  <a:pt x="5635761" y="62211"/>
                  <a:pt x="5635761" y="138952"/>
                </a:cubicBezTo>
                <a:lnTo>
                  <a:pt x="5635761" y="2179613"/>
                </a:lnTo>
                <a:cubicBezTo>
                  <a:pt x="5635761" y="2256353"/>
                  <a:pt x="5573550" y="2318564"/>
                  <a:pt x="5496809" y="2318564"/>
                </a:cubicBezTo>
                <a:lnTo>
                  <a:pt x="138952" y="2318564"/>
                </a:lnTo>
                <a:cubicBezTo>
                  <a:pt x="62211" y="2318564"/>
                  <a:pt x="0" y="2256353"/>
                  <a:pt x="0" y="2179613"/>
                </a:cubicBezTo>
                <a:lnTo>
                  <a:pt x="0" y="138952"/>
                </a:lnTo>
                <a:cubicBezTo>
                  <a:pt x="0" y="62211"/>
                  <a:pt x="62211" y="0"/>
                  <a:pt x="13895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51419" y="4081368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0"/>
                </a:moveTo>
                <a:cubicBezTo>
                  <a:pt x="82642" y="0"/>
                  <a:pt x="86763" y="2473"/>
                  <a:pt x="88900" y="6411"/>
                </a:cubicBezTo>
                <a:lnTo>
                  <a:pt x="154842" y="128526"/>
                </a:lnTo>
                <a:cubicBezTo>
                  <a:pt x="156888" y="132312"/>
                  <a:pt x="156796" y="136891"/>
                  <a:pt x="154598" y="140585"/>
                </a:cubicBezTo>
                <a:cubicBezTo>
                  <a:pt x="152400" y="144279"/>
                  <a:pt x="148401" y="146538"/>
                  <a:pt x="144096" y="146538"/>
                </a:cubicBezTo>
                <a:lnTo>
                  <a:pt x="12212" y="146538"/>
                </a:lnTo>
                <a:cubicBezTo>
                  <a:pt x="7907" y="146538"/>
                  <a:pt x="3938" y="144279"/>
                  <a:pt x="1710" y="140585"/>
                </a:cubicBezTo>
                <a:cubicBezTo>
                  <a:pt x="-519" y="136891"/>
                  <a:pt x="-580" y="132312"/>
                  <a:pt x="1465" y="128526"/>
                </a:cubicBezTo>
                <a:lnTo>
                  <a:pt x="67408" y="6411"/>
                </a:lnTo>
                <a:cubicBezTo>
                  <a:pt x="69545" y="2473"/>
                  <a:pt x="73666" y="0"/>
                  <a:pt x="78154" y="0"/>
                </a:cubicBezTo>
                <a:close/>
                <a:moveTo>
                  <a:pt x="78154" y="51288"/>
                </a:moveTo>
                <a:cubicBezTo>
                  <a:pt x="74094" y="51288"/>
                  <a:pt x="70827" y="54555"/>
                  <a:pt x="70827" y="58615"/>
                </a:cubicBezTo>
                <a:lnTo>
                  <a:pt x="70827" y="92808"/>
                </a:lnTo>
                <a:cubicBezTo>
                  <a:pt x="70827" y="96868"/>
                  <a:pt x="74094" y="100135"/>
                  <a:pt x="78154" y="100135"/>
                </a:cubicBezTo>
                <a:cubicBezTo>
                  <a:pt x="82214" y="100135"/>
                  <a:pt x="85481" y="96868"/>
                  <a:pt x="85481" y="92808"/>
                </a:cubicBezTo>
                <a:lnTo>
                  <a:pt x="85481" y="58615"/>
                </a:lnTo>
                <a:cubicBezTo>
                  <a:pt x="85481" y="54555"/>
                  <a:pt x="82214" y="51288"/>
                  <a:pt x="78154" y="51288"/>
                </a:cubicBezTo>
                <a:close/>
                <a:moveTo>
                  <a:pt x="86305" y="117231"/>
                </a:moveTo>
                <a:cubicBezTo>
                  <a:pt x="86490" y="114205"/>
                  <a:pt x="84982" y="111327"/>
                  <a:pt x="82388" y="109758"/>
                </a:cubicBezTo>
                <a:cubicBezTo>
                  <a:pt x="79794" y="108189"/>
                  <a:pt x="76544" y="108189"/>
                  <a:pt x="73950" y="109758"/>
                </a:cubicBezTo>
                <a:cubicBezTo>
                  <a:pt x="71357" y="111327"/>
                  <a:pt x="69848" y="114205"/>
                  <a:pt x="70033" y="117231"/>
                </a:cubicBezTo>
                <a:cubicBezTo>
                  <a:pt x="69848" y="120256"/>
                  <a:pt x="71357" y="123135"/>
                  <a:pt x="73950" y="124704"/>
                </a:cubicBezTo>
                <a:cubicBezTo>
                  <a:pt x="76544" y="126273"/>
                  <a:pt x="79794" y="126273"/>
                  <a:pt x="82388" y="124704"/>
                </a:cubicBezTo>
                <a:cubicBezTo>
                  <a:pt x="84982" y="123135"/>
                  <a:pt x="86490" y="120256"/>
                  <a:pt x="86305" y="11723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29436" y="4037949"/>
            <a:ext cx="515815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Economic Burden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9709" y="4385299"/>
            <a:ext cx="5279726" cy="451556"/>
          </a:xfrm>
          <a:custGeom>
            <a:avLst/>
            <a:gdLst/>
            <a:ahLst/>
            <a:cxnLst/>
            <a:rect l="l" t="t" r="r" b="b"/>
            <a:pathLst>
              <a:path w="5279726" h="451556">
                <a:moveTo>
                  <a:pt x="69472" y="0"/>
                </a:moveTo>
                <a:lnTo>
                  <a:pt x="5210255" y="0"/>
                </a:lnTo>
                <a:cubicBezTo>
                  <a:pt x="5248623" y="0"/>
                  <a:pt x="5279726" y="31104"/>
                  <a:pt x="5279726" y="69472"/>
                </a:cubicBezTo>
                <a:lnTo>
                  <a:pt x="5279726" y="382084"/>
                </a:lnTo>
                <a:cubicBezTo>
                  <a:pt x="5279726" y="420452"/>
                  <a:pt x="5248623" y="451556"/>
                  <a:pt x="5210255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3915" y="4506872"/>
            <a:ext cx="1537026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Annual Healthcare Cost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38076" y="4489504"/>
            <a:ext cx="95521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₹17,500 Cr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9709" y="4941060"/>
            <a:ext cx="5279726" cy="451556"/>
          </a:xfrm>
          <a:custGeom>
            <a:avLst/>
            <a:gdLst/>
            <a:ahLst/>
            <a:cxnLst/>
            <a:rect l="l" t="t" r="r" b="b"/>
            <a:pathLst>
              <a:path w="5279726" h="451556">
                <a:moveTo>
                  <a:pt x="69472" y="0"/>
                </a:moveTo>
                <a:lnTo>
                  <a:pt x="5210255" y="0"/>
                </a:lnTo>
                <a:cubicBezTo>
                  <a:pt x="5248623" y="0"/>
                  <a:pt x="5279726" y="31104"/>
                  <a:pt x="5279726" y="69472"/>
                </a:cubicBezTo>
                <a:lnTo>
                  <a:pt x="5279726" y="382084"/>
                </a:lnTo>
                <a:cubicBezTo>
                  <a:pt x="5279726" y="420452"/>
                  <a:pt x="5248623" y="451556"/>
                  <a:pt x="5210255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3915" y="5062632"/>
            <a:ext cx="112020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Productivity Loss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4547" y="5045265"/>
            <a:ext cx="859692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₹8,200 Cr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051" y="5501162"/>
            <a:ext cx="5271043" cy="494974"/>
          </a:xfrm>
          <a:custGeom>
            <a:avLst/>
            <a:gdLst/>
            <a:ahLst/>
            <a:cxnLst/>
            <a:rect l="l" t="t" r="r" b="b"/>
            <a:pathLst>
              <a:path w="5271043" h="494974">
                <a:moveTo>
                  <a:pt x="69470" y="0"/>
                </a:moveTo>
                <a:lnTo>
                  <a:pt x="5201573" y="0"/>
                </a:lnTo>
                <a:cubicBezTo>
                  <a:pt x="5239940" y="0"/>
                  <a:pt x="5271043" y="31103"/>
                  <a:pt x="5271043" y="69470"/>
                </a:cubicBezTo>
                <a:lnTo>
                  <a:pt x="5271043" y="425505"/>
                </a:lnTo>
                <a:cubicBezTo>
                  <a:pt x="5271043" y="463872"/>
                  <a:pt x="5239940" y="494974"/>
                  <a:pt x="5201573" y="494974"/>
                </a:cubicBezTo>
                <a:lnTo>
                  <a:pt x="69470" y="494974"/>
                </a:lnTo>
                <a:cubicBezTo>
                  <a:pt x="31128" y="494974"/>
                  <a:pt x="0" y="463846"/>
                  <a:pt x="0" y="425505"/>
                </a:cubicBezTo>
                <a:lnTo>
                  <a:pt x="0" y="69470"/>
                </a:lnTo>
                <a:cubicBezTo>
                  <a:pt x="0" y="31128"/>
                  <a:pt x="31128" y="0"/>
                  <a:pt x="6947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2598" y="5644444"/>
            <a:ext cx="148492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Economic Impact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55581" y="5609709"/>
            <a:ext cx="1146256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₹25,700 Cr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9472" y="1250462"/>
            <a:ext cx="5627077" cy="4932376"/>
          </a:xfrm>
          <a:custGeom>
            <a:avLst/>
            <a:gdLst/>
            <a:ahLst/>
            <a:cxnLst/>
            <a:rect l="l" t="t" r="r" b="b"/>
            <a:pathLst>
              <a:path w="5627077" h="4932376">
                <a:moveTo>
                  <a:pt x="34735" y="0"/>
                </a:moveTo>
                <a:lnTo>
                  <a:pt x="5488132" y="0"/>
                </a:lnTo>
                <a:cubicBezTo>
                  <a:pt x="5564869" y="0"/>
                  <a:pt x="5627077" y="62208"/>
                  <a:pt x="5627077" y="138945"/>
                </a:cubicBezTo>
                <a:lnTo>
                  <a:pt x="5627077" y="4793431"/>
                </a:lnTo>
                <a:cubicBezTo>
                  <a:pt x="5627077" y="4870168"/>
                  <a:pt x="5564869" y="4932376"/>
                  <a:pt x="5488132" y="4932376"/>
                </a:cubicBezTo>
                <a:lnTo>
                  <a:pt x="34735" y="4932376"/>
                </a:lnTo>
                <a:cubicBezTo>
                  <a:pt x="15551" y="4932376"/>
                  <a:pt x="0" y="4916825"/>
                  <a:pt x="0" y="489764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7ED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219472" y="1250462"/>
            <a:ext cx="34735" cy="4932376"/>
          </a:xfrm>
          <a:custGeom>
            <a:avLst/>
            <a:gdLst/>
            <a:ahLst/>
            <a:cxnLst/>
            <a:rect l="l" t="t" r="r" b="b"/>
            <a:pathLst>
              <a:path w="34735" h="4932376">
                <a:moveTo>
                  <a:pt x="34735" y="0"/>
                </a:moveTo>
                <a:lnTo>
                  <a:pt x="34735" y="0"/>
                </a:lnTo>
                <a:lnTo>
                  <a:pt x="34735" y="4932376"/>
                </a:lnTo>
                <a:lnTo>
                  <a:pt x="34735" y="4932376"/>
                </a:lnTo>
                <a:cubicBezTo>
                  <a:pt x="15551" y="4932376"/>
                  <a:pt x="0" y="4916825"/>
                  <a:pt x="0" y="489764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410515" y="1424137"/>
            <a:ext cx="416821" cy="416821"/>
          </a:xfrm>
          <a:custGeom>
            <a:avLst/>
            <a:gdLst/>
            <a:ahLst/>
            <a:cxnLst/>
            <a:rect l="l" t="t" r="r" b="b"/>
            <a:pathLst>
              <a:path w="416821" h="416821">
                <a:moveTo>
                  <a:pt x="104205" y="0"/>
                </a:moveTo>
                <a:lnTo>
                  <a:pt x="312615" y="0"/>
                </a:lnTo>
                <a:cubicBezTo>
                  <a:pt x="370128" y="0"/>
                  <a:pt x="416821" y="46693"/>
                  <a:pt x="416821" y="104205"/>
                </a:cubicBezTo>
                <a:lnTo>
                  <a:pt x="416821" y="312615"/>
                </a:lnTo>
                <a:cubicBezTo>
                  <a:pt x="416821" y="370128"/>
                  <a:pt x="370128" y="416821"/>
                  <a:pt x="312615" y="416821"/>
                </a:cubicBezTo>
                <a:lnTo>
                  <a:pt x="104205" y="416821"/>
                </a:lnTo>
                <a:cubicBezTo>
                  <a:pt x="46693" y="416821"/>
                  <a:pt x="0" y="370128"/>
                  <a:pt x="0" y="312615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532088" y="1545709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124558" y="139924"/>
                </a:moveTo>
                <a:lnTo>
                  <a:pt x="33751" y="49118"/>
                </a:lnTo>
                <a:cubicBezTo>
                  <a:pt x="26153" y="59769"/>
                  <a:pt x="21709" y="72794"/>
                  <a:pt x="21709" y="86838"/>
                </a:cubicBezTo>
                <a:cubicBezTo>
                  <a:pt x="21709" y="122794"/>
                  <a:pt x="50881" y="151966"/>
                  <a:pt x="86838" y="151966"/>
                </a:cubicBezTo>
                <a:cubicBezTo>
                  <a:pt x="100915" y="151966"/>
                  <a:pt x="113940" y="147522"/>
                  <a:pt x="124558" y="139924"/>
                </a:cubicBezTo>
                <a:close/>
                <a:moveTo>
                  <a:pt x="139924" y="124558"/>
                </a:moveTo>
                <a:cubicBezTo>
                  <a:pt x="147522" y="113907"/>
                  <a:pt x="151966" y="100881"/>
                  <a:pt x="151966" y="86838"/>
                </a:cubicBezTo>
                <a:cubicBezTo>
                  <a:pt x="151966" y="50881"/>
                  <a:pt x="122794" y="21709"/>
                  <a:pt x="86838" y="21709"/>
                </a:cubicBezTo>
                <a:cubicBezTo>
                  <a:pt x="72760" y="21709"/>
                  <a:pt x="59735" y="26153"/>
                  <a:pt x="49118" y="33751"/>
                </a:cubicBezTo>
                <a:lnTo>
                  <a:pt x="139924" y="124558"/>
                </a:lnTo>
                <a:close/>
                <a:moveTo>
                  <a:pt x="0" y="86838"/>
                </a:moveTo>
                <a:cubicBezTo>
                  <a:pt x="0" y="38911"/>
                  <a:pt x="38911" y="0"/>
                  <a:pt x="86838" y="0"/>
                </a:cubicBezTo>
                <a:cubicBezTo>
                  <a:pt x="134765" y="0"/>
                  <a:pt x="173675" y="38911"/>
                  <a:pt x="173675" y="86838"/>
                </a:cubicBezTo>
                <a:cubicBezTo>
                  <a:pt x="173675" y="134765"/>
                  <a:pt x="134765" y="173675"/>
                  <a:pt x="86838" y="173675"/>
                </a:cubicBezTo>
                <a:cubicBezTo>
                  <a:pt x="38911" y="173675"/>
                  <a:pt x="0" y="134765"/>
                  <a:pt x="0" y="868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31541" y="1510974"/>
            <a:ext cx="183227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Wearable Barrier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0515" y="1979897"/>
            <a:ext cx="1042051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2" b="1" dirty="0">
                <a:solidFill>
                  <a:srgbClr val="F549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49040" y="2144889"/>
            <a:ext cx="238803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 elderly REFUSE wearables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0515" y="2466188"/>
            <a:ext cx="533182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solutions exist, but elderly won't use them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0515" y="2813538"/>
            <a:ext cx="5262359" cy="521026"/>
          </a:xfrm>
          <a:custGeom>
            <a:avLst/>
            <a:gdLst/>
            <a:ahLst/>
            <a:cxnLst/>
            <a:rect l="l" t="t" r="r" b="b"/>
            <a:pathLst>
              <a:path w="5262359" h="521026">
                <a:moveTo>
                  <a:pt x="69468" y="0"/>
                </a:moveTo>
                <a:lnTo>
                  <a:pt x="5192891" y="0"/>
                </a:lnTo>
                <a:cubicBezTo>
                  <a:pt x="5231257" y="0"/>
                  <a:pt x="5262359" y="31102"/>
                  <a:pt x="5262359" y="69468"/>
                </a:cubicBezTo>
                <a:lnTo>
                  <a:pt x="5262359" y="451557"/>
                </a:lnTo>
                <a:cubicBezTo>
                  <a:pt x="5262359" y="489924"/>
                  <a:pt x="5231257" y="521026"/>
                  <a:pt x="519289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479985" y="2935111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69470" y="0"/>
                </a:moveTo>
                <a:lnTo>
                  <a:pt x="208410" y="0"/>
                </a:lnTo>
                <a:cubicBezTo>
                  <a:pt x="246778" y="0"/>
                  <a:pt x="277880" y="31103"/>
                  <a:pt x="277880" y="69470"/>
                </a:cubicBezTo>
                <a:lnTo>
                  <a:pt x="277880" y="208410"/>
                </a:lnTo>
                <a:cubicBezTo>
                  <a:pt x="277880" y="246778"/>
                  <a:pt x="246778" y="277880"/>
                  <a:pt x="208410" y="277880"/>
                </a:cubicBezTo>
                <a:lnTo>
                  <a:pt x="69470" y="277880"/>
                </a:lnTo>
                <a:cubicBezTo>
                  <a:pt x="31103" y="277880"/>
                  <a:pt x="0" y="246778"/>
                  <a:pt x="0" y="20841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F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66823" y="3004581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14952" y="19918"/>
                </a:moveTo>
                <a:cubicBezTo>
                  <a:pt x="11560" y="16526"/>
                  <a:pt x="6051" y="16526"/>
                  <a:pt x="2659" y="19918"/>
                </a:cubicBezTo>
                <a:cubicBezTo>
                  <a:pt x="-733" y="23310"/>
                  <a:pt x="-733" y="28819"/>
                  <a:pt x="2659" y="32211"/>
                </a:cubicBezTo>
                <a:lnTo>
                  <a:pt x="39945" y="69470"/>
                </a:lnTo>
                <a:lnTo>
                  <a:pt x="2687" y="106756"/>
                </a:lnTo>
                <a:cubicBezTo>
                  <a:pt x="-706" y="110148"/>
                  <a:pt x="-706" y="115657"/>
                  <a:pt x="2687" y="119049"/>
                </a:cubicBezTo>
                <a:cubicBezTo>
                  <a:pt x="6079" y="122441"/>
                  <a:pt x="11587" y="122441"/>
                  <a:pt x="14979" y="119049"/>
                </a:cubicBezTo>
                <a:lnTo>
                  <a:pt x="52238" y="81763"/>
                </a:lnTo>
                <a:lnTo>
                  <a:pt x="89524" y="119022"/>
                </a:lnTo>
                <a:cubicBezTo>
                  <a:pt x="92916" y="122414"/>
                  <a:pt x="98425" y="122414"/>
                  <a:pt x="101817" y="119022"/>
                </a:cubicBezTo>
                <a:cubicBezTo>
                  <a:pt x="105209" y="115630"/>
                  <a:pt x="105209" y="110121"/>
                  <a:pt x="101817" y="106729"/>
                </a:cubicBezTo>
                <a:lnTo>
                  <a:pt x="64531" y="69470"/>
                </a:lnTo>
                <a:lnTo>
                  <a:pt x="101790" y="32184"/>
                </a:lnTo>
                <a:cubicBezTo>
                  <a:pt x="105182" y="28792"/>
                  <a:pt x="105182" y="23283"/>
                  <a:pt x="101790" y="19891"/>
                </a:cubicBezTo>
                <a:cubicBezTo>
                  <a:pt x="98398" y="16499"/>
                  <a:pt x="92889" y="16499"/>
                  <a:pt x="89497" y="19891"/>
                </a:cubicBezTo>
                <a:lnTo>
                  <a:pt x="52238" y="57177"/>
                </a:lnTo>
                <a:lnTo>
                  <a:pt x="14952" y="19918"/>
                </a:lnTo>
                <a:close/>
              </a:path>
            </a:pathLst>
          </a:custGeom>
          <a:solidFill>
            <a:srgbClr val="E700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862071" y="2883009"/>
            <a:ext cx="43939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Discomfort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62071" y="3091419"/>
            <a:ext cx="438529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wear feels intrusive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92417" y="2952479"/>
            <a:ext cx="390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76%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0515" y="3404034"/>
            <a:ext cx="5262359" cy="521026"/>
          </a:xfrm>
          <a:custGeom>
            <a:avLst/>
            <a:gdLst/>
            <a:ahLst/>
            <a:cxnLst/>
            <a:rect l="l" t="t" r="r" b="b"/>
            <a:pathLst>
              <a:path w="5262359" h="521026">
                <a:moveTo>
                  <a:pt x="69468" y="0"/>
                </a:moveTo>
                <a:lnTo>
                  <a:pt x="5192891" y="0"/>
                </a:lnTo>
                <a:cubicBezTo>
                  <a:pt x="5231257" y="0"/>
                  <a:pt x="5262359" y="31102"/>
                  <a:pt x="5262359" y="69468"/>
                </a:cubicBezTo>
                <a:lnTo>
                  <a:pt x="5262359" y="451557"/>
                </a:lnTo>
                <a:cubicBezTo>
                  <a:pt x="5262359" y="489924"/>
                  <a:pt x="5231257" y="521026"/>
                  <a:pt x="519289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479985" y="3525607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69470" y="0"/>
                </a:moveTo>
                <a:lnTo>
                  <a:pt x="208410" y="0"/>
                </a:lnTo>
                <a:cubicBezTo>
                  <a:pt x="246778" y="0"/>
                  <a:pt x="277880" y="31103"/>
                  <a:pt x="277880" y="69470"/>
                </a:cubicBezTo>
                <a:lnTo>
                  <a:pt x="277880" y="208410"/>
                </a:lnTo>
                <a:cubicBezTo>
                  <a:pt x="277880" y="246778"/>
                  <a:pt x="246778" y="277880"/>
                  <a:pt x="208410" y="277880"/>
                </a:cubicBezTo>
                <a:lnTo>
                  <a:pt x="69470" y="277880"/>
                </a:lnTo>
                <a:cubicBezTo>
                  <a:pt x="31103" y="277880"/>
                  <a:pt x="0" y="246778"/>
                  <a:pt x="0" y="20841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FED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566823" y="3595077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14952" y="19918"/>
                </a:moveTo>
                <a:cubicBezTo>
                  <a:pt x="11560" y="16526"/>
                  <a:pt x="6051" y="16526"/>
                  <a:pt x="2659" y="19918"/>
                </a:cubicBezTo>
                <a:cubicBezTo>
                  <a:pt x="-733" y="23310"/>
                  <a:pt x="-733" y="28819"/>
                  <a:pt x="2659" y="32211"/>
                </a:cubicBezTo>
                <a:lnTo>
                  <a:pt x="39945" y="69470"/>
                </a:lnTo>
                <a:lnTo>
                  <a:pt x="2687" y="106756"/>
                </a:lnTo>
                <a:cubicBezTo>
                  <a:pt x="-706" y="110148"/>
                  <a:pt x="-706" y="115657"/>
                  <a:pt x="2687" y="119049"/>
                </a:cubicBezTo>
                <a:cubicBezTo>
                  <a:pt x="6079" y="122441"/>
                  <a:pt x="11587" y="122441"/>
                  <a:pt x="14979" y="119049"/>
                </a:cubicBezTo>
                <a:lnTo>
                  <a:pt x="52238" y="81763"/>
                </a:lnTo>
                <a:lnTo>
                  <a:pt x="89524" y="119022"/>
                </a:lnTo>
                <a:cubicBezTo>
                  <a:pt x="92916" y="122414"/>
                  <a:pt x="98425" y="122414"/>
                  <a:pt x="101817" y="119022"/>
                </a:cubicBezTo>
                <a:cubicBezTo>
                  <a:pt x="105209" y="115630"/>
                  <a:pt x="105209" y="110121"/>
                  <a:pt x="101817" y="106729"/>
                </a:cubicBezTo>
                <a:lnTo>
                  <a:pt x="64531" y="69470"/>
                </a:lnTo>
                <a:lnTo>
                  <a:pt x="101790" y="32184"/>
                </a:lnTo>
                <a:cubicBezTo>
                  <a:pt x="105182" y="28792"/>
                  <a:pt x="105182" y="23283"/>
                  <a:pt x="101790" y="19891"/>
                </a:cubicBezTo>
                <a:cubicBezTo>
                  <a:pt x="98398" y="16499"/>
                  <a:pt x="92889" y="16499"/>
                  <a:pt x="89497" y="19891"/>
                </a:cubicBezTo>
                <a:lnTo>
                  <a:pt x="52238" y="57177"/>
                </a:lnTo>
                <a:lnTo>
                  <a:pt x="14952" y="19918"/>
                </a:lnTo>
                <a:close/>
              </a:path>
            </a:pathLst>
          </a:custGeom>
          <a:solidFill>
            <a:srgbClr val="F54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862071" y="3473504"/>
            <a:ext cx="43939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Barrier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62071" y="3681915"/>
            <a:ext cx="438529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₹10,000+ unaffordable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92417" y="3542974"/>
            <a:ext cx="390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54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0515" y="3994530"/>
            <a:ext cx="5262359" cy="521026"/>
          </a:xfrm>
          <a:custGeom>
            <a:avLst/>
            <a:gdLst/>
            <a:ahLst/>
            <a:cxnLst/>
            <a:rect l="l" t="t" r="r" b="b"/>
            <a:pathLst>
              <a:path w="5262359" h="521026">
                <a:moveTo>
                  <a:pt x="69468" y="0"/>
                </a:moveTo>
                <a:lnTo>
                  <a:pt x="5192891" y="0"/>
                </a:lnTo>
                <a:cubicBezTo>
                  <a:pt x="5231257" y="0"/>
                  <a:pt x="5262359" y="31102"/>
                  <a:pt x="5262359" y="69468"/>
                </a:cubicBezTo>
                <a:lnTo>
                  <a:pt x="5262359" y="451557"/>
                </a:lnTo>
                <a:cubicBezTo>
                  <a:pt x="5262359" y="489924"/>
                  <a:pt x="5231257" y="521026"/>
                  <a:pt x="519289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479985" y="4116103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69470" y="0"/>
                </a:moveTo>
                <a:lnTo>
                  <a:pt x="208410" y="0"/>
                </a:lnTo>
                <a:cubicBezTo>
                  <a:pt x="246778" y="0"/>
                  <a:pt x="277880" y="31103"/>
                  <a:pt x="277880" y="69470"/>
                </a:cubicBezTo>
                <a:lnTo>
                  <a:pt x="277880" y="208410"/>
                </a:lnTo>
                <a:cubicBezTo>
                  <a:pt x="277880" y="246778"/>
                  <a:pt x="246778" y="277880"/>
                  <a:pt x="208410" y="277880"/>
                </a:cubicBezTo>
                <a:lnTo>
                  <a:pt x="69470" y="277880"/>
                </a:lnTo>
                <a:cubicBezTo>
                  <a:pt x="31103" y="277880"/>
                  <a:pt x="0" y="246778"/>
                  <a:pt x="0" y="20841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EF9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566823" y="4185573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14952" y="19918"/>
                </a:moveTo>
                <a:cubicBezTo>
                  <a:pt x="11560" y="16526"/>
                  <a:pt x="6051" y="16526"/>
                  <a:pt x="2659" y="19918"/>
                </a:cubicBezTo>
                <a:cubicBezTo>
                  <a:pt x="-733" y="23310"/>
                  <a:pt x="-733" y="28819"/>
                  <a:pt x="2659" y="32211"/>
                </a:cubicBezTo>
                <a:lnTo>
                  <a:pt x="39945" y="69470"/>
                </a:lnTo>
                <a:lnTo>
                  <a:pt x="2687" y="106756"/>
                </a:lnTo>
                <a:cubicBezTo>
                  <a:pt x="-706" y="110148"/>
                  <a:pt x="-706" y="115657"/>
                  <a:pt x="2687" y="119049"/>
                </a:cubicBezTo>
                <a:cubicBezTo>
                  <a:pt x="6079" y="122441"/>
                  <a:pt x="11587" y="122441"/>
                  <a:pt x="14979" y="119049"/>
                </a:cubicBezTo>
                <a:lnTo>
                  <a:pt x="52238" y="81763"/>
                </a:lnTo>
                <a:lnTo>
                  <a:pt x="89524" y="119022"/>
                </a:lnTo>
                <a:cubicBezTo>
                  <a:pt x="92916" y="122414"/>
                  <a:pt x="98425" y="122414"/>
                  <a:pt x="101817" y="119022"/>
                </a:cubicBezTo>
                <a:cubicBezTo>
                  <a:pt x="105209" y="115630"/>
                  <a:pt x="105209" y="110121"/>
                  <a:pt x="101817" y="106729"/>
                </a:cubicBezTo>
                <a:lnTo>
                  <a:pt x="64531" y="69470"/>
                </a:lnTo>
                <a:lnTo>
                  <a:pt x="101790" y="32184"/>
                </a:lnTo>
                <a:cubicBezTo>
                  <a:pt x="105182" y="28792"/>
                  <a:pt x="105182" y="23283"/>
                  <a:pt x="101790" y="19891"/>
                </a:cubicBezTo>
                <a:cubicBezTo>
                  <a:pt x="98398" y="16499"/>
                  <a:pt x="92889" y="16499"/>
                  <a:pt x="89497" y="19891"/>
                </a:cubicBezTo>
                <a:lnTo>
                  <a:pt x="52238" y="57177"/>
                </a:lnTo>
                <a:lnTo>
                  <a:pt x="14952" y="19918"/>
                </a:lnTo>
                <a:close/>
              </a:path>
            </a:pathLst>
          </a:custGeom>
          <a:solidFill>
            <a:srgbClr val="D08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862071" y="4064000"/>
            <a:ext cx="43939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 Complexity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62071" y="4272410"/>
            <a:ext cx="438529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 difficult to use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292417" y="4133470"/>
            <a:ext cx="390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D08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73%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10515" y="4585026"/>
            <a:ext cx="5262359" cy="521026"/>
          </a:xfrm>
          <a:custGeom>
            <a:avLst/>
            <a:gdLst/>
            <a:ahLst/>
            <a:cxnLst/>
            <a:rect l="l" t="t" r="r" b="b"/>
            <a:pathLst>
              <a:path w="5262359" h="521026">
                <a:moveTo>
                  <a:pt x="69468" y="0"/>
                </a:moveTo>
                <a:lnTo>
                  <a:pt x="5192891" y="0"/>
                </a:lnTo>
                <a:cubicBezTo>
                  <a:pt x="5231257" y="0"/>
                  <a:pt x="5262359" y="31102"/>
                  <a:pt x="5262359" y="69468"/>
                </a:cubicBezTo>
                <a:lnTo>
                  <a:pt x="5262359" y="451557"/>
                </a:lnTo>
                <a:cubicBezTo>
                  <a:pt x="5262359" y="489924"/>
                  <a:pt x="5231257" y="521026"/>
                  <a:pt x="519289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479985" y="4706598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69470" y="0"/>
                </a:moveTo>
                <a:lnTo>
                  <a:pt x="208410" y="0"/>
                </a:lnTo>
                <a:cubicBezTo>
                  <a:pt x="246778" y="0"/>
                  <a:pt x="277880" y="31103"/>
                  <a:pt x="277880" y="69470"/>
                </a:cubicBezTo>
                <a:lnTo>
                  <a:pt x="277880" y="208410"/>
                </a:lnTo>
                <a:cubicBezTo>
                  <a:pt x="277880" y="246778"/>
                  <a:pt x="246778" y="277880"/>
                  <a:pt x="208410" y="277880"/>
                </a:cubicBezTo>
                <a:lnTo>
                  <a:pt x="69470" y="277880"/>
                </a:lnTo>
                <a:cubicBezTo>
                  <a:pt x="31103" y="277880"/>
                  <a:pt x="0" y="246778"/>
                  <a:pt x="0" y="20841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566823" y="4776068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14952" y="19918"/>
                </a:moveTo>
                <a:cubicBezTo>
                  <a:pt x="11560" y="16526"/>
                  <a:pt x="6051" y="16526"/>
                  <a:pt x="2659" y="19918"/>
                </a:cubicBezTo>
                <a:cubicBezTo>
                  <a:pt x="-733" y="23310"/>
                  <a:pt x="-733" y="28819"/>
                  <a:pt x="2659" y="32211"/>
                </a:cubicBezTo>
                <a:lnTo>
                  <a:pt x="39945" y="69470"/>
                </a:lnTo>
                <a:lnTo>
                  <a:pt x="2687" y="106756"/>
                </a:lnTo>
                <a:cubicBezTo>
                  <a:pt x="-706" y="110148"/>
                  <a:pt x="-706" y="115657"/>
                  <a:pt x="2687" y="119049"/>
                </a:cubicBezTo>
                <a:cubicBezTo>
                  <a:pt x="6079" y="122441"/>
                  <a:pt x="11587" y="122441"/>
                  <a:pt x="14979" y="119049"/>
                </a:cubicBezTo>
                <a:lnTo>
                  <a:pt x="52238" y="81763"/>
                </a:lnTo>
                <a:lnTo>
                  <a:pt x="89524" y="119022"/>
                </a:lnTo>
                <a:cubicBezTo>
                  <a:pt x="92916" y="122414"/>
                  <a:pt x="98425" y="122414"/>
                  <a:pt x="101817" y="119022"/>
                </a:cubicBezTo>
                <a:cubicBezTo>
                  <a:pt x="105209" y="115630"/>
                  <a:pt x="105209" y="110121"/>
                  <a:pt x="101817" y="106729"/>
                </a:cubicBezTo>
                <a:lnTo>
                  <a:pt x="64531" y="69470"/>
                </a:lnTo>
                <a:lnTo>
                  <a:pt x="101790" y="32184"/>
                </a:lnTo>
                <a:cubicBezTo>
                  <a:pt x="105182" y="28792"/>
                  <a:pt x="105182" y="23283"/>
                  <a:pt x="101790" y="19891"/>
                </a:cubicBezTo>
                <a:cubicBezTo>
                  <a:pt x="98398" y="16499"/>
                  <a:pt x="92889" y="16499"/>
                  <a:pt x="89497" y="19891"/>
                </a:cubicBezTo>
                <a:lnTo>
                  <a:pt x="52238" y="57177"/>
                </a:lnTo>
                <a:lnTo>
                  <a:pt x="14952" y="19918"/>
                </a:lnTo>
                <a:close/>
              </a:path>
            </a:pathLst>
          </a:custGeom>
          <a:solidFill>
            <a:srgbClr val="4A55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862071" y="4654496"/>
            <a:ext cx="43939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Forgetfulness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62071" y="4862906"/>
            <a:ext cx="438529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Easy to lose, forget to charge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292417" y="4723966"/>
            <a:ext cx="390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58%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51692" y="6326120"/>
            <a:ext cx="11488615" cy="529709"/>
          </a:xfrm>
          <a:custGeom>
            <a:avLst/>
            <a:gdLst/>
            <a:ahLst/>
            <a:cxnLst/>
            <a:rect l="l" t="t" r="r" b="b"/>
            <a:pathLst>
              <a:path w="11488615" h="529709">
                <a:moveTo>
                  <a:pt x="104204" y="0"/>
                </a:moveTo>
                <a:lnTo>
                  <a:pt x="11384411" y="0"/>
                </a:lnTo>
                <a:cubicBezTo>
                  <a:pt x="11441961" y="0"/>
                  <a:pt x="11488615" y="46654"/>
                  <a:pt x="11488615" y="104204"/>
                </a:cubicBezTo>
                <a:lnTo>
                  <a:pt x="11488615" y="425505"/>
                </a:lnTo>
                <a:cubicBezTo>
                  <a:pt x="11488615" y="483055"/>
                  <a:pt x="11441961" y="529709"/>
                  <a:pt x="11384411" y="529709"/>
                </a:cubicBezTo>
                <a:lnTo>
                  <a:pt x="104204" y="529709"/>
                </a:lnTo>
                <a:cubicBezTo>
                  <a:pt x="46654" y="529709"/>
                  <a:pt x="0" y="483055"/>
                  <a:pt x="0" y="425505"/>
                </a:cubicBezTo>
                <a:lnTo>
                  <a:pt x="0" y="104204"/>
                </a:lnTo>
                <a:cubicBezTo>
                  <a:pt x="0" y="46692"/>
                  <a:pt x="46692" y="0"/>
                  <a:pt x="104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395768" y="6512821"/>
            <a:ext cx="117231" cy="156308"/>
          </a:xfrm>
          <a:custGeom>
            <a:avLst/>
            <a:gdLst/>
            <a:ahLst/>
            <a:cxnLst/>
            <a:rect l="l" t="t" r="r" b="b"/>
            <a:pathLst>
              <a:path w="117231" h="156308">
                <a:moveTo>
                  <a:pt x="89419" y="117231"/>
                </a:moveTo>
                <a:cubicBezTo>
                  <a:pt x="91648" y="110423"/>
                  <a:pt x="96105" y="104256"/>
                  <a:pt x="101142" y="98944"/>
                </a:cubicBezTo>
                <a:cubicBezTo>
                  <a:pt x="111125" y="88442"/>
                  <a:pt x="117231" y="74246"/>
                  <a:pt x="117231" y="58615"/>
                </a:cubicBezTo>
                <a:cubicBezTo>
                  <a:pt x="117231" y="26255"/>
                  <a:pt x="90976" y="0"/>
                  <a:pt x="58615" y="0"/>
                </a:cubicBezTo>
                <a:cubicBezTo>
                  <a:pt x="26255" y="0"/>
                  <a:pt x="0" y="26255"/>
                  <a:pt x="0" y="58615"/>
                </a:cubicBezTo>
                <a:cubicBezTo>
                  <a:pt x="0" y="74246"/>
                  <a:pt x="6106" y="88442"/>
                  <a:pt x="16089" y="98944"/>
                </a:cubicBezTo>
                <a:cubicBezTo>
                  <a:pt x="21126" y="104256"/>
                  <a:pt x="25614" y="110423"/>
                  <a:pt x="27812" y="117231"/>
                </a:cubicBezTo>
                <a:lnTo>
                  <a:pt x="89388" y="117231"/>
                </a:lnTo>
                <a:close/>
                <a:moveTo>
                  <a:pt x="87923" y="131885"/>
                </a:moveTo>
                <a:lnTo>
                  <a:pt x="29308" y="131885"/>
                </a:lnTo>
                <a:lnTo>
                  <a:pt x="29308" y="136769"/>
                </a:lnTo>
                <a:cubicBezTo>
                  <a:pt x="29308" y="150263"/>
                  <a:pt x="40237" y="161192"/>
                  <a:pt x="53731" y="161192"/>
                </a:cubicBezTo>
                <a:lnTo>
                  <a:pt x="63500" y="161192"/>
                </a:lnTo>
                <a:cubicBezTo>
                  <a:pt x="76994" y="161192"/>
                  <a:pt x="87923" y="150263"/>
                  <a:pt x="87923" y="136769"/>
                </a:cubicBezTo>
                <a:lnTo>
                  <a:pt x="87923" y="131885"/>
                </a:lnTo>
                <a:close/>
                <a:moveTo>
                  <a:pt x="56173" y="34192"/>
                </a:moveTo>
                <a:cubicBezTo>
                  <a:pt x="44023" y="34192"/>
                  <a:pt x="34192" y="44023"/>
                  <a:pt x="34192" y="56173"/>
                </a:cubicBezTo>
                <a:cubicBezTo>
                  <a:pt x="34192" y="60233"/>
                  <a:pt x="30926" y="63500"/>
                  <a:pt x="26865" y="63500"/>
                </a:cubicBezTo>
                <a:cubicBezTo>
                  <a:pt x="22805" y="63500"/>
                  <a:pt x="19538" y="60233"/>
                  <a:pt x="19538" y="56173"/>
                </a:cubicBezTo>
                <a:cubicBezTo>
                  <a:pt x="19538" y="35932"/>
                  <a:pt x="35932" y="19538"/>
                  <a:pt x="56173" y="19538"/>
                </a:cubicBezTo>
                <a:cubicBezTo>
                  <a:pt x="60233" y="19538"/>
                  <a:pt x="63500" y="22805"/>
                  <a:pt x="63500" y="26865"/>
                </a:cubicBezTo>
                <a:cubicBezTo>
                  <a:pt x="63500" y="30926"/>
                  <a:pt x="60233" y="34192"/>
                  <a:pt x="56173" y="34192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03125" y="6469402"/>
            <a:ext cx="1103297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</a:t>
            </a:r>
            <a:r>
              <a:rPr lang="en-US" sz="123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problem isn't technical, it's </a:t>
            </a:r>
            <a:r>
              <a:rPr lang="en-US" sz="1231" b="1" dirty="0">
                <a:solidFill>
                  <a:srgbClr val="1E293B"/>
                </a:solidFill>
                <a:highlight>
                  <a:srgbClr val="0EA5E9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ADOPTION </a:t>
            </a:r>
            <a:r>
              <a:rPr lang="en-US" sz="123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Solutions exist, but elderly won't use them.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6611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kern="0" spc="47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583021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Massive Market Opportunity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54" y="1028861"/>
            <a:ext cx="823089" cy="34295"/>
          </a:xfrm>
          <a:custGeom>
            <a:avLst/>
            <a:gdLst/>
            <a:ahLst/>
            <a:cxnLst/>
            <a:rect l="l" t="t" r="r" b="b"/>
            <a:pathLst>
              <a:path w="823089" h="34295">
                <a:moveTo>
                  <a:pt x="0" y="0"/>
                </a:moveTo>
                <a:lnTo>
                  <a:pt x="823089" y="0"/>
                </a:lnTo>
                <a:lnTo>
                  <a:pt x="823089" y="34295"/>
                </a:lnTo>
                <a:lnTo>
                  <a:pt x="0" y="34295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54" y="1200338"/>
            <a:ext cx="4518414" cy="3052287"/>
          </a:xfrm>
          <a:custGeom>
            <a:avLst/>
            <a:gdLst/>
            <a:ahLst/>
            <a:cxnLst/>
            <a:rect l="l" t="t" r="r" b="b"/>
            <a:pathLst>
              <a:path w="4518414" h="3052287">
                <a:moveTo>
                  <a:pt x="137170" y="0"/>
                </a:moveTo>
                <a:lnTo>
                  <a:pt x="4381244" y="0"/>
                </a:lnTo>
                <a:cubicBezTo>
                  <a:pt x="4456950" y="0"/>
                  <a:pt x="4518414" y="61464"/>
                  <a:pt x="4518414" y="137170"/>
                </a:cubicBezTo>
                <a:lnTo>
                  <a:pt x="4518414" y="2915117"/>
                </a:lnTo>
                <a:cubicBezTo>
                  <a:pt x="4518414" y="2990823"/>
                  <a:pt x="4456950" y="3052287"/>
                  <a:pt x="4381244" y="3052287"/>
                </a:cubicBezTo>
                <a:lnTo>
                  <a:pt x="137170" y="3052287"/>
                </a:lnTo>
                <a:cubicBezTo>
                  <a:pt x="61464" y="3052287"/>
                  <a:pt x="0" y="2990823"/>
                  <a:pt x="0" y="2915117"/>
                </a:cubicBezTo>
                <a:lnTo>
                  <a:pt x="0" y="137170"/>
                </a:lnTo>
                <a:cubicBezTo>
                  <a:pt x="0" y="61413"/>
                  <a:pt x="61413" y="0"/>
                  <a:pt x="13717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14430" y="1371814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5181" y="1491848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0" y="21435"/>
                </a:moveTo>
                <a:cubicBezTo>
                  <a:pt x="0" y="15507"/>
                  <a:pt x="4789" y="10717"/>
                  <a:pt x="10717" y="10717"/>
                </a:cubicBezTo>
                <a:lnTo>
                  <a:pt x="37511" y="10717"/>
                </a:lnTo>
                <a:cubicBezTo>
                  <a:pt x="64136" y="10717"/>
                  <a:pt x="85738" y="32319"/>
                  <a:pt x="85738" y="58945"/>
                </a:cubicBezTo>
                <a:cubicBezTo>
                  <a:pt x="85738" y="77131"/>
                  <a:pt x="75691" y="92939"/>
                  <a:pt x="60821" y="101178"/>
                </a:cubicBezTo>
                <a:lnTo>
                  <a:pt x="74552" y="146961"/>
                </a:lnTo>
                <a:cubicBezTo>
                  <a:pt x="76260" y="152621"/>
                  <a:pt x="73045" y="158616"/>
                  <a:pt x="67352" y="160291"/>
                </a:cubicBezTo>
                <a:cubicBezTo>
                  <a:pt x="61658" y="161965"/>
                  <a:pt x="55696" y="158783"/>
                  <a:pt x="54022" y="153090"/>
                </a:cubicBezTo>
                <a:lnTo>
                  <a:pt x="40223" y="107106"/>
                </a:lnTo>
                <a:cubicBezTo>
                  <a:pt x="39319" y="107140"/>
                  <a:pt x="38415" y="107173"/>
                  <a:pt x="37511" y="107173"/>
                </a:cubicBezTo>
                <a:lnTo>
                  <a:pt x="21435" y="107173"/>
                </a:lnTo>
                <a:lnTo>
                  <a:pt x="21435" y="150042"/>
                </a:lnTo>
                <a:cubicBezTo>
                  <a:pt x="21435" y="155970"/>
                  <a:pt x="16645" y="160759"/>
                  <a:pt x="10717" y="160759"/>
                </a:cubicBezTo>
                <a:cubicBezTo>
                  <a:pt x="4789" y="160759"/>
                  <a:pt x="0" y="155970"/>
                  <a:pt x="0" y="150042"/>
                </a:cubicBezTo>
                <a:lnTo>
                  <a:pt x="0" y="21435"/>
                </a:lnTo>
                <a:close/>
                <a:moveTo>
                  <a:pt x="21435" y="85738"/>
                </a:moveTo>
                <a:lnTo>
                  <a:pt x="37511" y="85738"/>
                </a:lnTo>
                <a:cubicBezTo>
                  <a:pt x="52314" y="85738"/>
                  <a:pt x="64304" y="73748"/>
                  <a:pt x="64304" y="58945"/>
                </a:cubicBezTo>
                <a:cubicBezTo>
                  <a:pt x="64304" y="44142"/>
                  <a:pt x="52314" y="32152"/>
                  <a:pt x="37511" y="32152"/>
                </a:cubicBezTo>
                <a:lnTo>
                  <a:pt x="21435" y="32152"/>
                </a:lnTo>
                <a:lnTo>
                  <a:pt x="21435" y="85738"/>
                </a:lnTo>
                <a:close/>
                <a:moveTo>
                  <a:pt x="116919" y="75021"/>
                </a:moveTo>
                <a:lnTo>
                  <a:pt x="128608" y="75021"/>
                </a:lnTo>
                <a:cubicBezTo>
                  <a:pt x="134536" y="75021"/>
                  <a:pt x="139325" y="79810"/>
                  <a:pt x="139325" y="85738"/>
                </a:cubicBezTo>
                <a:cubicBezTo>
                  <a:pt x="139325" y="91666"/>
                  <a:pt x="134536" y="96456"/>
                  <a:pt x="128608" y="96456"/>
                </a:cubicBezTo>
                <a:lnTo>
                  <a:pt x="116919" y="96456"/>
                </a:lnTo>
                <a:cubicBezTo>
                  <a:pt x="114508" y="96456"/>
                  <a:pt x="112532" y="98432"/>
                  <a:pt x="112532" y="100843"/>
                </a:cubicBezTo>
                <a:cubicBezTo>
                  <a:pt x="112532" y="102752"/>
                  <a:pt x="113771" y="104427"/>
                  <a:pt x="115579" y="105030"/>
                </a:cubicBezTo>
                <a:lnTo>
                  <a:pt x="132124" y="110355"/>
                </a:lnTo>
                <a:cubicBezTo>
                  <a:pt x="142808" y="113804"/>
                  <a:pt x="150042" y="123718"/>
                  <a:pt x="150042" y="134938"/>
                </a:cubicBezTo>
                <a:cubicBezTo>
                  <a:pt x="150042" y="149205"/>
                  <a:pt x="138488" y="160759"/>
                  <a:pt x="124220" y="160759"/>
                </a:cubicBezTo>
                <a:lnTo>
                  <a:pt x="107173" y="160759"/>
                </a:lnTo>
                <a:cubicBezTo>
                  <a:pt x="101245" y="160759"/>
                  <a:pt x="96456" y="155970"/>
                  <a:pt x="96456" y="150042"/>
                </a:cubicBezTo>
                <a:cubicBezTo>
                  <a:pt x="96456" y="144114"/>
                  <a:pt x="101245" y="139325"/>
                  <a:pt x="107173" y="139325"/>
                </a:cubicBezTo>
                <a:lnTo>
                  <a:pt x="124220" y="139325"/>
                </a:lnTo>
                <a:cubicBezTo>
                  <a:pt x="126632" y="139325"/>
                  <a:pt x="128608" y="137349"/>
                  <a:pt x="128608" y="134938"/>
                </a:cubicBezTo>
                <a:cubicBezTo>
                  <a:pt x="128608" y="133028"/>
                  <a:pt x="127368" y="131354"/>
                  <a:pt x="125560" y="130751"/>
                </a:cubicBezTo>
                <a:lnTo>
                  <a:pt x="109015" y="125426"/>
                </a:lnTo>
                <a:cubicBezTo>
                  <a:pt x="98331" y="121976"/>
                  <a:pt x="91097" y="112063"/>
                  <a:pt x="91097" y="100843"/>
                </a:cubicBezTo>
                <a:cubicBezTo>
                  <a:pt x="91097" y="86576"/>
                  <a:pt x="102652" y="75021"/>
                  <a:pt x="116919" y="750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8861" y="1457553"/>
            <a:ext cx="135466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Immediate TAM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430" y="1920540"/>
            <a:ext cx="4432675" cy="51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5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₹600M+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430" y="2469266"/>
            <a:ext cx="424405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Annual Revenue Potential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4430" y="2812219"/>
            <a:ext cx="4175460" cy="377249"/>
          </a:xfrm>
          <a:custGeom>
            <a:avLst/>
            <a:gdLst/>
            <a:ahLst/>
            <a:cxnLst/>
            <a:rect l="l" t="t" r="r" b="b"/>
            <a:pathLst>
              <a:path w="4175460" h="377249">
                <a:moveTo>
                  <a:pt x="68591" y="0"/>
                </a:moveTo>
                <a:lnTo>
                  <a:pt x="4106869" y="0"/>
                </a:lnTo>
                <a:cubicBezTo>
                  <a:pt x="4144750" y="0"/>
                  <a:pt x="4175460" y="30709"/>
                  <a:pt x="4175460" y="68591"/>
                </a:cubicBezTo>
                <a:lnTo>
                  <a:pt x="4175460" y="308658"/>
                </a:lnTo>
                <a:cubicBezTo>
                  <a:pt x="4175460" y="346540"/>
                  <a:pt x="4144750" y="377249"/>
                  <a:pt x="4106869" y="377249"/>
                </a:cubicBezTo>
                <a:lnTo>
                  <a:pt x="68591" y="377249"/>
                </a:lnTo>
                <a:cubicBezTo>
                  <a:pt x="30709" y="377249"/>
                  <a:pt x="0" y="346540"/>
                  <a:pt x="0" y="308658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3021" y="2915105"/>
            <a:ext cx="88310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Nursing Homes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1455" y="2880810"/>
            <a:ext cx="643038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10,000+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430" y="3258059"/>
            <a:ext cx="4175460" cy="377249"/>
          </a:xfrm>
          <a:custGeom>
            <a:avLst/>
            <a:gdLst/>
            <a:ahLst/>
            <a:cxnLst/>
            <a:rect l="l" t="t" r="r" b="b"/>
            <a:pathLst>
              <a:path w="4175460" h="377249">
                <a:moveTo>
                  <a:pt x="68591" y="0"/>
                </a:moveTo>
                <a:lnTo>
                  <a:pt x="4106869" y="0"/>
                </a:lnTo>
                <a:cubicBezTo>
                  <a:pt x="4144750" y="0"/>
                  <a:pt x="4175460" y="30709"/>
                  <a:pt x="4175460" y="68591"/>
                </a:cubicBezTo>
                <a:lnTo>
                  <a:pt x="4175460" y="308658"/>
                </a:lnTo>
                <a:cubicBezTo>
                  <a:pt x="4175460" y="346540"/>
                  <a:pt x="4144750" y="377249"/>
                  <a:pt x="4106869" y="377249"/>
                </a:cubicBezTo>
                <a:lnTo>
                  <a:pt x="68591" y="377249"/>
                </a:lnTo>
                <a:cubicBezTo>
                  <a:pt x="30709" y="377249"/>
                  <a:pt x="0" y="346540"/>
                  <a:pt x="0" y="308658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83021" y="3360945"/>
            <a:ext cx="121748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Avg. Residents/Home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1966" y="3326650"/>
            <a:ext cx="24864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4430" y="3703899"/>
            <a:ext cx="4175460" cy="377249"/>
          </a:xfrm>
          <a:custGeom>
            <a:avLst/>
            <a:gdLst/>
            <a:ahLst/>
            <a:cxnLst/>
            <a:rect l="l" t="t" r="r" b="b"/>
            <a:pathLst>
              <a:path w="4175460" h="377249">
                <a:moveTo>
                  <a:pt x="68591" y="0"/>
                </a:moveTo>
                <a:lnTo>
                  <a:pt x="4106869" y="0"/>
                </a:lnTo>
                <a:cubicBezTo>
                  <a:pt x="4144750" y="0"/>
                  <a:pt x="4175460" y="30709"/>
                  <a:pt x="4175460" y="68591"/>
                </a:cubicBezTo>
                <a:lnTo>
                  <a:pt x="4175460" y="308658"/>
                </a:lnTo>
                <a:cubicBezTo>
                  <a:pt x="4175460" y="346540"/>
                  <a:pt x="4144750" y="377249"/>
                  <a:pt x="4106869" y="377249"/>
                </a:cubicBezTo>
                <a:lnTo>
                  <a:pt x="68591" y="377249"/>
                </a:lnTo>
                <a:cubicBezTo>
                  <a:pt x="30709" y="377249"/>
                  <a:pt x="0" y="346540"/>
                  <a:pt x="0" y="308658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3021" y="3806785"/>
            <a:ext cx="87453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Potential Users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75716" y="3772489"/>
            <a:ext cx="72877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500,000+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241" y="4394093"/>
            <a:ext cx="4509840" cy="1929114"/>
          </a:xfrm>
          <a:custGeom>
            <a:avLst/>
            <a:gdLst/>
            <a:ahLst/>
            <a:cxnLst/>
            <a:rect l="l" t="t" r="r" b="b"/>
            <a:pathLst>
              <a:path w="4509840" h="1929114">
                <a:moveTo>
                  <a:pt x="137179" y="0"/>
                </a:moveTo>
                <a:lnTo>
                  <a:pt x="4372660" y="0"/>
                </a:lnTo>
                <a:cubicBezTo>
                  <a:pt x="4448422" y="0"/>
                  <a:pt x="4509840" y="61417"/>
                  <a:pt x="4509840" y="137179"/>
                </a:cubicBezTo>
                <a:lnTo>
                  <a:pt x="4509840" y="1791935"/>
                </a:lnTo>
                <a:cubicBezTo>
                  <a:pt x="4509840" y="1867697"/>
                  <a:pt x="4448422" y="1929114"/>
                  <a:pt x="4372660" y="1929114"/>
                </a:cubicBezTo>
                <a:lnTo>
                  <a:pt x="137179" y="1929114"/>
                </a:lnTo>
                <a:cubicBezTo>
                  <a:pt x="61417" y="1929114"/>
                  <a:pt x="0" y="1867697"/>
                  <a:pt x="0" y="1791935"/>
                </a:cubicBezTo>
                <a:lnTo>
                  <a:pt x="0" y="137179"/>
                </a:lnTo>
                <a:cubicBezTo>
                  <a:pt x="0" y="61468"/>
                  <a:pt x="61468" y="0"/>
                  <a:pt x="13717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0143" y="4578430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19291" y="19291"/>
                </a:moveTo>
                <a:cubicBezTo>
                  <a:pt x="19291" y="13956"/>
                  <a:pt x="14981" y="9646"/>
                  <a:pt x="9646" y="9646"/>
                </a:cubicBezTo>
                <a:cubicBezTo>
                  <a:pt x="4310" y="9646"/>
                  <a:pt x="0" y="13956"/>
                  <a:pt x="0" y="19291"/>
                </a:cubicBezTo>
                <a:lnTo>
                  <a:pt x="0" y="120570"/>
                </a:lnTo>
                <a:cubicBezTo>
                  <a:pt x="0" y="133893"/>
                  <a:pt x="10791" y="144684"/>
                  <a:pt x="24114" y="144684"/>
                </a:cubicBezTo>
                <a:lnTo>
                  <a:pt x="144684" y="144684"/>
                </a:lnTo>
                <a:cubicBezTo>
                  <a:pt x="150019" y="144684"/>
                  <a:pt x="154329" y="140373"/>
                  <a:pt x="154329" y="135038"/>
                </a:cubicBezTo>
                <a:cubicBezTo>
                  <a:pt x="154329" y="129703"/>
                  <a:pt x="150019" y="125392"/>
                  <a:pt x="144684" y="125392"/>
                </a:cubicBezTo>
                <a:lnTo>
                  <a:pt x="24114" y="125392"/>
                </a:lnTo>
                <a:cubicBezTo>
                  <a:pt x="21461" y="125392"/>
                  <a:pt x="19291" y="123222"/>
                  <a:pt x="19291" y="120570"/>
                </a:cubicBezTo>
                <a:lnTo>
                  <a:pt x="19291" y="19291"/>
                </a:lnTo>
                <a:close/>
                <a:moveTo>
                  <a:pt x="141850" y="45394"/>
                </a:moveTo>
                <a:cubicBezTo>
                  <a:pt x="145618" y="41627"/>
                  <a:pt x="145618" y="35508"/>
                  <a:pt x="141850" y="31740"/>
                </a:cubicBezTo>
                <a:cubicBezTo>
                  <a:pt x="138082" y="27972"/>
                  <a:pt x="131963" y="27972"/>
                  <a:pt x="128196" y="31740"/>
                </a:cubicBezTo>
                <a:lnTo>
                  <a:pt x="96456" y="63510"/>
                </a:lnTo>
                <a:lnTo>
                  <a:pt x="79154" y="46238"/>
                </a:lnTo>
                <a:cubicBezTo>
                  <a:pt x="75386" y="42471"/>
                  <a:pt x="69267" y="42471"/>
                  <a:pt x="65499" y="46238"/>
                </a:cubicBezTo>
                <a:lnTo>
                  <a:pt x="36563" y="75175"/>
                </a:lnTo>
                <a:cubicBezTo>
                  <a:pt x="32795" y="78943"/>
                  <a:pt x="32795" y="85062"/>
                  <a:pt x="36563" y="88830"/>
                </a:cubicBezTo>
                <a:cubicBezTo>
                  <a:pt x="40331" y="92597"/>
                  <a:pt x="46449" y="92597"/>
                  <a:pt x="50217" y="88830"/>
                </a:cubicBezTo>
                <a:lnTo>
                  <a:pt x="72342" y="66705"/>
                </a:lnTo>
                <a:lnTo>
                  <a:pt x="89644" y="84007"/>
                </a:lnTo>
                <a:cubicBezTo>
                  <a:pt x="93411" y="87775"/>
                  <a:pt x="99530" y="87775"/>
                  <a:pt x="103298" y="84007"/>
                </a:cubicBezTo>
                <a:lnTo>
                  <a:pt x="141880" y="45425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907" y="4535561"/>
            <a:ext cx="410686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Growth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8709" y="4895662"/>
            <a:ext cx="99456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 Market Size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75667" y="4878515"/>
            <a:ext cx="5144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$1.82B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8709" y="5118582"/>
            <a:ext cx="4226903" cy="68591"/>
          </a:xfrm>
          <a:custGeom>
            <a:avLst/>
            <a:gdLst/>
            <a:ahLst/>
            <a:cxnLst/>
            <a:rect l="l" t="t" r="r" b="b"/>
            <a:pathLst>
              <a:path w="4226903" h="68591">
                <a:moveTo>
                  <a:pt x="34295" y="0"/>
                </a:moveTo>
                <a:lnTo>
                  <a:pt x="4192608" y="0"/>
                </a:lnTo>
                <a:cubicBezTo>
                  <a:pt x="4211548" y="0"/>
                  <a:pt x="4226903" y="15355"/>
                  <a:pt x="4226903" y="34295"/>
                </a:cubicBezTo>
                <a:lnTo>
                  <a:pt x="4226903" y="34295"/>
                </a:lnTo>
                <a:cubicBezTo>
                  <a:pt x="4226903" y="53236"/>
                  <a:pt x="4211548" y="68591"/>
                  <a:pt x="4192608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8709" y="5118582"/>
            <a:ext cx="1946262" cy="68591"/>
          </a:xfrm>
          <a:custGeom>
            <a:avLst/>
            <a:gdLst/>
            <a:ahLst/>
            <a:cxnLst/>
            <a:rect l="l" t="t" r="r" b="b"/>
            <a:pathLst>
              <a:path w="1946262" h="68591">
                <a:moveTo>
                  <a:pt x="34295" y="0"/>
                </a:moveTo>
                <a:lnTo>
                  <a:pt x="1911966" y="0"/>
                </a:lnTo>
                <a:cubicBezTo>
                  <a:pt x="1930907" y="0"/>
                  <a:pt x="1946262" y="15355"/>
                  <a:pt x="1946262" y="34295"/>
                </a:cubicBezTo>
                <a:lnTo>
                  <a:pt x="1946262" y="34295"/>
                </a:lnTo>
                <a:cubicBezTo>
                  <a:pt x="1946262" y="53236"/>
                  <a:pt x="1930907" y="68591"/>
                  <a:pt x="1911966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8709" y="5307207"/>
            <a:ext cx="89167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2033 Projection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75667" y="5290059"/>
            <a:ext cx="5144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$3.92B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8709" y="5530127"/>
            <a:ext cx="4226903" cy="68591"/>
          </a:xfrm>
          <a:custGeom>
            <a:avLst/>
            <a:gdLst/>
            <a:ahLst/>
            <a:cxnLst/>
            <a:rect l="l" t="t" r="r" b="b"/>
            <a:pathLst>
              <a:path w="4226903" h="68591">
                <a:moveTo>
                  <a:pt x="34295" y="0"/>
                </a:moveTo>
                <a:lnTo>
                  <a:pt x="4192608" y="0"/>
                </a:lnTo>
                <a:cubicBezTo>
                  <a:pt x="4211548" y="0"/>
                  <a:pt x="4226903" y="15355"/>
                  <a:pt x="4226903" y="34295"/>
                </a:cubicBezTo>
                <a:lnTo>
                  <a:pt x="4226903" y="34295"/>
                </a:lnTo>
                <a:cubicBezTo>
                  <a:pt x="4226903" y="53236"/>
                  <a:pt x="4211548" y="68591"/>
                  <a:pt x="4192608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8709" y="5530127"/>
            <a:ext cx="4226903" cy="68591"/>
          </a:xfrm>
          <a:custGeom>
            <a:avLst/>
            <a:gdLst/>
            <a:ahLst/>
            <a:cxnLst/>
            <a:rect l="l" t="t" r="r" b="b"/>
            <a:pathLst>
              <a:path w="4226903" h="68591">
                <a:moveTo>
                  <a:pt x="34295" y="0"/>
                </a:moveTo>
                <a:lnTo>
                  <a:pt x="4192608" y="0"/>
                </a:lnTo>
                <a:cubicBezTo>
                  <a:pt x="4211548" y="0"/>
                  <a:pt x="4226903" y="15355"/>
                  <a:pt x="4226903" y="34295"/>
                </a:cubicBezTo>
                <a:lnTo>
                  <a:pt x="4226903" y="34295"/>
                </a:lnTo>
                <a:cubicBezTo>
                  <a:pt x="4226903" y="53236"/>
                  <a:pt x="4211548" y="68591"/>
                  <a:pt x="4192608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8709" y="5701603"/>
            <a:ext cx="4226903" cy="480135"/>
          </a:xfrm>
          <a:custGeom>
            <a:avLst/>
            <a:gdLst/>
            <a:ahLst/>
            <a:cxnLst/>
            <a:rect l="l" t="t" r="r" b="b"/>
            <a:pathLst>
              <a:path w="4226903" h="480135">
                <a:moveTo>
                  <a:pt x="68592" y="0"/>
                </a:moveTo>
                <a:lnTo>
                  <a:pt x="4158311" y="0"/>
                </a:lnTo>
                <a:cubicBezTo>
                  <a:pt x="4196193" y="0"/>
                  <a:pt x="4226903" y="30710"/>
                  <a:pt x="4226903" y="68592"/>
                </a:cubicBezTo>
                <a:lnTo>
                  <a:pt x="4226903" y="411543"/>
                </a:lnTo>
                <a:cubicBezTo>
                  <a:pt x="4226903" y="449425"/>
                  <a:pt x="4196193" y="480135"/>
                  <a:pt x="4158311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1595" y="5838785"/>
            <a:ext cx="94312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CAGR Growth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031580" y="5804489"/>
            <a:ext cx="68590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9.03%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05247" y="1204624"/>
            <a:ext cx="6841924" cy="4072574"/>
          </a:xfrm>
          <a:custGeom>
            <a:avLst/>
            <a:gdLst/>
            <a:ahLst/>
            <a:cxnLst/>
            <a:rect l="l" t="t" r="r" b="b"/>
            <a:pathLst>
              <a:path w="6841924" h="4072574">
                <a:moveTo>
                  <a:pt x="137164" y="0"/>
                </a:moveTo>
                <a:lnTo>
                  <a:pt x="6704760" y="0"/>
                </a:lnTo>
                <a:cubicBezTo>
                  <a:pt x="6780514" y="0"/>
                  <a:pt x="6841924" y="61411"/>
                  <a:pt x="6841924" y="137164"/>
                </a:cubicBezTo>
                <a:lnTo>
                  <a:pt x="6841924" y="3935410"/>
                </a:lnTo>
                <a:cubicBezTo>
                  <a:pt x="6841924" y="4011163"/>
                  <a:pt x="6780514" y="4072574"/>
                  <a:pt x="6704760" y="4072574"/>
                </a:cubicBezTo>
                <a:lnTo>
                  <a:pt x="137164" y="4072574"/>
                </a:lnTo>
                <a:cubicBezTo>
                  <a:pt x="61411" y="4072574"/>
                  <a:pt x="0" y="4011163"/>
                  <a:pt x="0" y="3935410"/>
                </a:cubicBezTo>
                <a:lnTo>
                  <a:pt x="0" y="137164"/>
                </a:lnTo>
                <a:cubicBezTo>
                  <a:pt x="0" y="61411"/>
                  <a:pt x="61411" y="0"/>
                  <a:pt x="13716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146715" y="1380388"/>
            <a:ext cx="214346" cy="171477"/>
          </a:xfrm>
          <a:custGeom>
            <a:avLst/>
            <a:gdLst/>
            <a:ahLst/>
            <a:cxnLst/>
            <a:rect l="l" t="t" r="r" b="b"/>
            <a:pathLst>
              <a:path w="214346" h="171477">
                <a:moveTo>
                  <a:pt x="128608" y="10717"/>
                </a:moveTo>
                <a:lnTo>
                  <a:pt x="171477" y="10717"/>
                </a:lnTo>
                <a:cubicBezTo>
                  <a:pt x="177405" y="10717"/>
                  <a:pt x="182194" y="15507"/>
                  <a:pt x="182194" y="21435"/>
                </a:cubicBezTo>
                <a:cubicBezTo>
                  <a:pt x="182194" y="27363"/>
                  <a:pt x="177405" y="32152"/>
                  <a:pt x="171477" y="32152"/>
                </a:cubicBezTo>
                <a:lnTo>
                  <a:pt x="133430" y="32152"/>
                </a:lnTo>
                <a:cubicBezTo>
                  <a:pt x="131689" y="40793"/>
                  <a:pt x="125761" y="47926"/>
                  <a:pt x="117890" y="51343"/>
                </a:cubicBezTo>
                <a:lnTo>
                  <a:pt x="117890" y="150042"/>
                </a:lnTo>
                <a:lnTo>
                  <a:pt x="171477" y="150042"/>
                </a:lnTo>
                <a:cubicBezTo>
                  <a:pt x="177405" y="150042"/>
                  <a:pt x="182194" y="154831"/>
                  <a:pt x="182194" y="160759"/>
                </a:cubicBezTo>
                <a:cubicBezTo>
                  <a:pt x="182194" y="166688"/>
                  <a:pt x="177405" y="171477"/>
                  <a:pt x="171477" y="171477"/>
                </a:cubicBezTo>
                <a:lnTo>
                  <a:pt x="42869" y="171477"/>
                </a:lnTo>
                <a:cubicBezTo>
                  <a:pt x="36941" y="171477"/>
                  <a:pt x="32152" y="166688"/>
                  <a:pt x="32152" y="160759"/>
                </a:cubicBezTo>
                <a:cubicBezTo>
                  <a:pt x="32152" y="154831"/>
                  <a:pt x="36941" y="150042"/>
                  <a:pt x="42869" y="150042"/>
                </a:cubicBezTo>
                <a:lnTo>
                  <a:pt x="96456" y="150042"/>
                </a:lnTo>
                <a:lnTo>
                  <a:pt x="96456" y="51343"/>
                </a:lnTo>
                <a:cubicBezTo>
                  <a:pt x="88585" y="47893"/>
                  <a:pt x="82657" y="40759"/>
                  <a:pt x="80916" y="32152"/>
                </a:cubicBezTo>
                <a:lnTo>
                  <a:pt x="42869" y="32152"/>
                </a:lnTo>
                <a:cubicBezTo>
                  <a:pt x="36941" y="32152"/>
                  <a:pt x="32152" y="27363"/>
                  <a:pt x="32152" y="21435"/>
                </a:cubicBezTo>
                <a:cubicBezTo>
                  <a:pt x="32152" y="15507"/>
                  <a:pt x="36941" y="10717"/>
                  <a:pt x="42869" y="10717"/>
                </a:cubicBezTo>
                <a:lnTo>
                  <a:pt x="85738" y="10717"/>
                </a:lnTo>
                <a:cubicBezTo>
                  <a:pt x="90628" y="4220"/>
                  <a:pt x="98398" y="0"/>
                  <a:pt x="107173" y="0"/>
                </a:cubicBezTo>
                <a:cubicBezTo>
                  <a:pt x="115948" y="0"/>
                  <a:pt x="123718" y="4220"/>
                  <a:pt x="128608" y="10717"/>
                </a:cubicBezTo>
                <a:close/>
                <a:moveTo>
                  <a:pt x="147229" y="107173"/>
                </a:moveTo>
                <a:lnTo>
                  <a:pt x="195725" y="107173"/>
                </a:lnTo>
                <a:lnTo>
                  <a:pt x="171477" y="65576"/>
                </a:lnTo>
                <a:lnTo>
                  <a:pt x="147229" y="107173"/>
                </a:lnTo>
                <a:close/>
                <a:moveTo>
                  <a:pt x="171477" y="139325"/>
                </a:moveTo>
                <a:cubicBezTo>
                  <a:pt x="150411" y="139325"/>
                  <a:pt x="132895" y="127938"/>
                  <a:pt x="129277" y="112900"/>
                </a:cubicBezTo>
                <a:cubicBezTo>
                  <a:pt x="128407" y="109216"/>
                  <a:pt x="129612" y="105431"/>
                  <a:pt x="131521" y="102149"/>
                </a:cubicBezTo>
                <a:lnTo>
                  <a:pt x="163405" y="47491"/>
                </a:lnTo>
                <a:cubicBezTo>
                  <a:pt x="165080" y="44611"/>
                  <a:pt x="168161" y="42869"/>
                  <a:pt x="171477" y="42869"/>
                </a:cubicBezTo>
                <a:cubicBezTo>
                  <a:pt x="174792" y="42869"/>
                  <a:pt x="177874" y="44644"/>
                  <a:pt x="179548" y="47491"/>
                </a:cubicBezTo>
                <a:lnTo>
                  <a:pt x="211432" y="102149"/>
                </a:lnTo>
                <a:cubicBezTo>
                  <a:pt x="213341" y="105431"/>
                  <a:pt x="214547" y="109216"/>
                  <a:pt x="213676" y="112900"/>
                </a:cubicBezTo>
                <a:cubicBezTo>
                  <a:pt x="210059" y="127904"/>
                  <a:pt x="192543" y="139325"/>
                  <a:pt x="171477" y="139325"/>
                </a:cubicBezTo>
                <a:close/>
                <a:moveTo>
                  <a:pt x="42467" y="65576"/>
                </a:moveTo>
                <a:lnTo>
                  <a:pt x="18219" y="107173"/>
                </a:lnTo>
                <a:lnTo>
                  <a:pt x="66749" y="107173"/>
                </a:lnTo>
                <a:lnTo>
                  <a:pt x="42467" y="65576"/>
                </a:lnTo>
                <a:close/>
                <a:moveTo>
                  <a:pt x="301" y="112900"/>
                </a:moveTo>
                <a:cubicBezTo>
                  <a:pt x="-569" y="109216"/>
                  <a:pt x="636" y="105431"/>
                  <a:pt x="2545" y="102149"/>
                </a:cubicBezTo>
                <a:lnTo>
                  <a:pt x="34429" y="47491"/>
                </a:lnTo>
                <a:cubicBezTo>
                  <a:pt x="36104" y="44611"/>
                  <a:pt x="39185" y="42869"/>
                  <a:pt x="42501" y="42869"/>
                </a:cubicBezTo>
                <a:cubicBezTo>
                  <a:pt x="45816" y="42869"/>
                  <a:pt x="48898" y="44644"/>
                  <a:pt x="50572" y="47491"/>
                </a:cubicBezTo>
                <a:lnTo>
                  <a:pt x="82456" y="102149"/>
                </a:lnTo>
                <a:cubicBezTo>
                  <a:pt x="84365" y="105431"/>
                  <a:pt x="85571" y="109216"/>
                  <a:pt x="84700" y="112900"/>
                </a:cubicBezTo>
                <a:cubicBezTo>
                  <a:pt x="81083" y="127904"/>
                  <a:pt x="63567" y="139325"/>
                  <a:pt x="42501" y="139325"/>
                </a:cubicBezTo>
                <a:cubicBezTo>
                  <a:pt x="21435" y="139325"/>
                  <a:pt x="3919" y="127938"/>
                  <a:pt x="301" y="11290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61061" y="1346093"/>
            <a:ext cx="643038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Competitive Landscape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51002" y="1693333"/>
            <a:ext cx="6550414" cy="2486414"/>
          </a:xfrm>
          <a:custGeom>
            <a:avLst/>
            <a:gdLst/>
            <a:ahLst/>
            <a:cxnLst/>
            <a:rect l="l" t="t" r="r" b="b"/>
            <a:pathLst>
              <a:path w="6550414" h="2486414">
                <a:moveTo>
                  <a:pt x="102888" y="0"/>
                </a:moveTo>
                <a:lnTo>
                  <a:pt x="6447526" y="0"/>
                </a:lnTo>
                <a:cubicBezTo>
                  <a:pt x="6504349" y="0"/>
                  <a:pt x="6550414" y="46064"/>
                  <a:pt x="6550414" y="102888"/>
                </a:cubicBezTo>
                <a:lnTo>
                  <a:pt x="6550414" y="2383526"/>
                </a:lnTo>
                <a:cubicBezTo>
                  <a:pt x="6550414" y="2440349"/>
                  <a:pt x="6504349" y="2486414"/>
                  <a:pt x="6447526" y="2486414"/>
                </a:cubicBezTo>
                <a:lnTo>
                  <a:pt x="102888" y="2486414"/>
                </a:lnTo>
                <a:cubicBezTo>
                  <a:pt x="46064" y="2486414"/>
                  <a:pt x="0" y="2440349"/>
                  <a:pt x="0" y="2383526"/>
                </a:cubicBezTo>
                <a:lnTo>
                  <a:pt x="0" y="102888"/>
                </a:lnTo>
                <a:cubicBezTo>
                  <a:pt x="0" y="46064"/>
                  <a:pt x="46064" y="0"/>
                  <a:pt x="10288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097634"/>
              </p:ext>
            </p:extLst>
          </p:nvPr>
        </p:nvGraphicFramePr>
        <p:xfrm>
          <a:off x="5155289" y="1697620"/>
          <a:ext cx="6541840" cy="2514788"/>
        </p:xfrm>
        <a:graphic>
          <a:graphicData uri="http://schemas.openxmlformats.org/drawingml/2006/table">
            <a:tbl>
              <a:tblPr/>
              <a:tblGrid>
                <a:gridCol w="181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977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102886" marB="10288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SmartGuard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102886" marB="10288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Wearables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102886" marB="10288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Competitors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102886" marB="10288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Hardware Cost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₹0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₹10K-20K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₹5K-15K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Adoption Rate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~80%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~30%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~25%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Privacy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95-100%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30-50%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20-40%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Offline Use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Unlimited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3-7 days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1-2 days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Setup Time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&lt;1 Hour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2-3 Days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1-2 Days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Scalability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100M+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005247" y="5422954"/>
            <a:ext cx="2203477" cy="900253"/>
          </a:xfrm>
          <a:custGeom>
            <a:avLst/>
            <a:gdLst/>
            <a:ahLst/>
            <a:cxnLst/>
            <a:rect l="l" t="t" r="r" b="b"/>
            <a:pathLst>
              <a:path w="2203477" h="900253">
                <a:moveTo>
                  <a:pt x="102890" y="0"/>
                </a:moveTo>
                <a:lnTo>
                  <a:pt x="2100587" y="0"/>
                </a:lnTo>
                <a:cubicBezTo>
                  <a:pt x="2157411" y="0"/>
                  <a:pt x="2203477" y="46065"/>
                  <a:pt x="2203477" y="102890"/>
                </a:cubicBezTo>
                <a:lnTo>
                  <a:pt x="2203477" y="797363"/>
                </a:lnTo>
                <a:cubicBezTo>
                  <a:pt x="2203477" y="854188"/>
                  <a:pt x="2157411" y="900253"/>
                  <a:pt x="2100587" y="900253"/>
                </a:cubicBezTo>
                <a:lnTo>
                  <a:pt x="102890" y="900253"/>
                </a:lnTo>
                <a:cubicBezTo>
                  <a:pt x="46065" y="900253"/>
                  <a:pt x="0" y="854188"/>
                  <a:pt x="0" y="797363"/>
                </a:cubicBezTo>
                <a:lnTo>
                  <a:pt x="0" y="102890"/>
                </a:lnTo>
                <a:cubicBezTo>
                  <a:pt x="0" y="46065"/>
                  <a:pt x="46065" y="0"/>
                  <a:pt x="1028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6005439" y="5530127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11647" y="3456"/>
                </a:moveTo>
                <a:cubicBezTo>
                  <a:pt x="106704" y="-1125"/>
                  <a:pt x="99068" y="-1125"/>
                  <a:pt x="94165" y="3456"/>
                </a:cubicBezTo>
                <a:lnTo>
                  <a:pt x="4140" y="87051"/>
                </a:lnTo>
                <a:cubicBezTo>
                  <a:pt x="281" y="90668"/>
                  <a:pt x="-1005" y="96255"/>
                  <a:pt x="924" y="101158"/>
                </a:cubicBezTo>
                <a:cubicBezTo>
                  <a:pt x="2853" y="106061"/>
                  <a:pt x="7556" y="109316"/>
                  <a:pt x="12861" y="109316"/>
                </a:cubicBezTo>
                <a:lnTo>
                  <a:pt x="19291" y="109316"/>
                </a:lnTo>
                <a:lnTo>
                  <a:pt x="19291" y="180051"/>
                </a:lnTo>
                <a:cubicBezTo>
                  <a:pt x="19291" y="194238"/>
                  <a:pt x="30826" y="205772"/>
                  <a:pt x="45013" y="205772"/>
                </a:cubicBezTo>
                <a:lnTo>
                  <a:pt x="160759" y="205772"/>
                </a:lnTo>
                <a:cubicBezTo>
                  <a:pt x="174947" y="205772"/>
                  <a:pt x="186481" y="194238"/>
                  <a:pt x="186481" y="180051"/>
                </a:cubicBezTo>
                <a:lnTo>
                  <a:pt x="186481" y="109316"/>
                </a:lnTo>
                <a:lnTo>
                  <a:pt x="192911" y="109316"/>
                </a:lnTo>
                <a:cubicBezTo>
                  <a:pt x="198216" y="109316"/>
                  <a:pt x="202959" y="106061"/>
                  <a:pt x="204888" y="101158"/>
                </a:cubicBezTo>
                <a:cubicBezTo>
                  <a:pt x="206817" y="96255"/>
                  <a:pt x="205531" y="90628"/>
                  <a:pt x="201673" y="87051"/>
                </a:cubicBezTo>
                <a:lnTo>
                  <a:pt x="111647" y="3456"/>
                </a:lnTo>
                <a:close/>
                <a:moveTo>
                  <a:pt x="96456" y="128608"/>
                </a:moveTo>
                <a:lnTo>
                  <a:pt x="109316" y="128608"/>
                </a:lnTo>
                <a:cubicBezTo>
                  <a:pt x="119967" y="128608"/>
                  <a:pt x="128608" y="137248"/>
                  <a:pt x="128608" y="147899"/>
                </a:cubicBezTo>
                <a:lnTo>
                  <a:pt x="128608" y="186481"/>
                </a:lnTo>
                <a:lnTo>
                  <a:pt x="77165" y="186481"/>
                </a:lnTo>
                <a:lnTo>
                  <a:pt x="77165" y="147899"/>
                </a:lnTo>
                <a:cubicBezTo>
                  <a:pt x="77165" y="137248"/>
                  <a:pt x="85805" y="128608"/>
                  <a:pt x="96456" y="12860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5060977" y="5804489"/>
            <a:ext cx="209201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50K+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086698" y="6078852"/>
            <a:ext cx="2040574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 Care Agencies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322863" y="5422954"/>
            <a:ext cx="2203477" cy="900253"/>
          </a:xfrm>
          <a:custGeom>
            <a:avLst/>
            <a:gdLst/>
            <a:ahLst/>
            <a:cxnLst/>
            <a:rect l="l" t="t" r="r" b="b"/>
            <a:pathLst>
              <a:path w="2203477" h="900253">
                <a:moveTo>
                  <a:pt x="102890" y="0"/>
                </a:moveTo>
                <a:lnTo>
                  <a:pt x="2100587" y="0"/>
                </a:lnTo>
                <a:cubicBezTo>
                  <a:pt x="2157411" y="0"/>
                  <a:pt x="2203477" y="46065"/>
                  <a:pt x="2203477" y="102890"/>
                </a:cubicBezTo>
                <a:lnTo>
                  <a:pt x="2203477" y="797363"/>
                </a:lnTo>
                <a:cubicBezTo>
                  <a:pt x="2203477" y="854188"/>
                  <a:pt x="2157411" y="900253"/>
                  <a:pt x="2100587" y="900253"/>
                </a:cubicBezTo>
                <a:lnTo>
                  <a:pt x="102890" y="900253"/>
                </a:lnTo>
                <a:cubicBezTo>
                  <a:pt x="46065" y="900253"/>
                  <a:pt x="0" y="854188"/>
                  <a:pt x="0" y="797363"/>
                </a:cubicBezTo>
                <a:lnTo>
                  <a:pt x="0" y="102890"/>
                </a:lnTo>
                <a:cubicBezTo>
                  <a:pt x="0" y="46065"/>
                  <a:pt x="46065" y="0"/>
                  <a:pt x="10289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8310194" y="5530127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51443" y="25722"/>
                </a:moveTo>
                <a:cubicBezTo>
                  <a:pt x="51443" y="11534"/>
                  <a:pt x="62978" y="0"/>
                  <a:pt x="77165" y="0"/>
                </a:cubicBezTo>
                <a:lnTo>
                  <a:pt x="154329" y="0"/>
                </a:lnTo>
                <a:cubicBezTo>
                  <a:pt x="168516" y="0"/>
                  <a:pt x="180051" y="11534"/>
                  <a:pt x="180051" y="25722"/>
                </a:cubicBezTo>
                <a:lnTo>
                  <a:pt x="180051" y="51443"/>
                </a:lnTo>
                <a:lnTo>
                  <a:pt x="205772" y="51443"/>
                </a:lnTo>
                <a:cubicBezTo>
                  <a:pt x="219959" y="51443"/>
                  <a:pt x="231494" y="62978"/>
                  <a:pt x="231494" y="77165"/>
                </a:cubicBezTo>
                <a:lnTo>
                  <a:pt x="231494" y="180051"/>
                </a:lnTo>
                <a:cubicBezTo>
                  <a:pt x="231494" y="194238"/>
                  <a:pt x="219959" y="205772"/>
                  <a:pt x="205772" y="205772"/>
                </a:cubicBezTo>
                <a:lnTo>
                  <a:pt x="25722" y="205772"/>
                </a:lnTo>
                <a:cubicBezTo>
                  <a:pt x="11534" y="205772"/>
                  <a:pt x="0" y="194238"/>
                  <a:pt x="0" y="180051"/>
                </a:cubicBezTo>
                <a:lnTo>
                  <a:pt x="0" y="77165"/>
                </a:lnTo>
                <a:cubicBezTo>
                  <a:pt x="0" y="62978"/>
                  <a:pt x="11534" y="51443"/>
                  <a:pt x="25722" y="51443"/>
                </a:cubicBezTo>
                <a:lnTo>
                  <a:pt x="51443" y="51443"/>
                </a:lnTo>
                <a:lnTo>
                  <a:pt x="51443" y="25722"/>
                </a:lnTo>
                <a:close/>
                <a:moveTo>
                  <a:pt x="109316" y="141468"/>
                </a:moveTo>
                <a:cubicBezTo>
                  <a:pt x="102203" y="141468"/>
                  <a:pt x="96456" y="147216"/>
                  <a:pt x="96456" y="154329"/>
                </a:cubicBezTo>
                <a:lnTo>
                  <a:pt x="96456" y="186481"/>
                </a:lnTo>
                <a:lnTo>
                  <a:pt x="135038" y="186481"/>
                </a:lnTo>
                <a:lnTo>
                  <a:pt x="135038" y="154329"/>
                </a:lnTo>
                <a:cubicBezTo>
                  <a:pt x="135038" y="147216"/>
                  <a:pt x="129291" y="141468"/>
                  <a:pt x="122177" y="141468"/>
                </a:cubicBezTo>
                <a:lnTo>
                  <a:pt x="109316" y="141468"/>
                </a:lnTo>
                <a:close/>
                <a:moveTo>
                  <a:pt x="51443" y="147899"/>
                </a:moveTo>
                <a:lnTo>
                  <a:pt x="51443" y="135038"/>
                </a:lnTo>
                <a:cubicBezTo>
                  <a:pt x="51443" y="131501"/>
                  <a:pt x="48549" y="128608"/>
                  <a:pt x="45013" y="128608"/>
                </a:cubicBezTo>
                <a:lnTo>
                  <a:pt x="32152" y="128608"/>
                </a:lnTo>
                <a:cubicBezTo>
                  <a:pt x="28615" y="128608"/>
                  <a:pt x="25722" y="131501"/>
                  <a:pt x="25722" y="135038"/>
                </a:cubicBezTo>
                <a:lnTo>
                  <a:pt x="25722" y="147899"/>
                </a:lnTo>
                <a:cubicBezTo>
                  <a:pt x="25722" y="151435"/>
                  <a:pt x="28615" y="154329"/>
                  <a:pt x="32152" y="154329"/>
                </a:cubicBezTo>
                <a:lnTo>
                  <a:pt x="45013" y="154329"/>
                </a:lnTo>
                <a:cubicBezTo>
                  <a:pt x="48549" y="154329"/>
                  <a:pt x="51443" y="151435"/>
                  <a:pt x="51443" y="147899"/>
                </a:cubicBezTo>
                <a:close/>
                <a:moveTo>
                  <a:pt x="45013" y="102886"/>
                </a:moveTo>
                <a:cubicBezTo>
                  <a:pt x="48549" y="102886"/>
                  <a:pt x="51443" y="99992"/>
                  <a:pt x="51443" y="96456"/>
                </a:cubicBezTo>
                <a:lnTo>
                  <a:pt x="51443" y="83595"/>
                </a:lnTo>
                <a:cubicBezTo>
                  <a:pt x="51443" y="80058"/>
                  <a:pt x="48549" y="77165"/>
                  <a:pt x="45013" y="77165"/>
                </a:cubicBezTo>
                <a:lnTo>
                  <a:pt x="32152" y="77165"/>
                </a:lnTo>
                <a:cubicBezTo>
                  <a:pt x="28615" y="77165"/>
                  <a:pt x="25722" y="80058"/>
                  <a:pt x="25722" y="83595"/>
                </a:cubicBezTo>
                <a:lnTo>
                  <a:pt x="25722" y="96456"/>
                </a:lnTo>
                <a:cubicBezTo>
                  <a:pt x="25722" y="99992"/>
                  <a:pt x="28615" y="102886"/>
                  <a:pt x="32152" y="102886"/>
                </a:cubicBezTo>
                <a:lnTo>
                  <a:pt x="45013" y="102886"/>
                </a:lnTo>
                <a:close/>
                <a:moveTo>
                  <a:pt x="205772" y="147899"/>
                </a:moveTo>
                <a:lnTo>
                  <a:pt x="205772" y="135038"/>
                </a:lnTo>
                <a:cubicBezTo>
                  <a:pt x="205772" y="131501"/>
                  <a:pt x="202878" y="128608"/>
                  <a:pt x="199342" y="128608"/>
                </a:cubicBezTo>
                <a:lnTo>
                  <a:pt x="186481" y="128608"/>
                </a:lnTo>
                <a:cubicBezTo>
                  <a:pt x="182944" y="128608"/>
                  <a:pt x="180051" y="131501"/>
                  <a:pt x="180051" y="135038"/>
                </a:cubicBezTo>
                <a:lnTo>
                  <a:pt x="180051" y="147899"/>
                </a:lnTo>
                <a:cubicBezTo>
                  <a:pt x="180051" y="151435"/>
                  <a:pt x="182944" y="154329"/>
                  <a:pt x="186481" y="154329"/>
                </a:cubicBezTo>
                <a:lnTo>
                  <a:pt x="199342" y="154329"/>
                </a:lnTo>
                <a:cubicBezTo>
                  <a:pt x="202878" y="154329"/>
                  <a:pt x="205772" y="151435"/>
                  <a:pt x="205772" y="147899"/>
                </a:cubicBezTo>
                <a:close/>
                <a:moveTo>
                  <a:pt x="199342" y="102886"/>
                </a:moveTo>
                <a:cubicBezTo>
                  <a:pt x="202878" y="102886"/>
                  <a:pt x="205772" y="99992"/>
                  <a:pt x="205772" y="96456"/>
                </a:cubicBezTo>
                <a:lnTo>
                  <a:pt x="205772" y="83595"/>
                </a:lnTo>
                <a:cubicBezTo>
                  <a:pt x="205772" y="80058"/>
                  <a:pt x="202878" y="77165"/>
                  <a:pt x="199342" y="77165"/>
                </a:cubicBezTo>
                <a:lnTo>
                  <a:pt x="186481" y="77165"/>
                </a:lnTo>
                <a:cubicBezTo>
                  <a:pt x="182944" y="77165"/>
                  <a:pt x="180051" y="80058"/>
                  <a:pt x="180051" y="83595"/>
                </a:cubicBezTo>
                <a:lnTo>
                  <a:pt x="180051" y="96456"/>
                </a:lnTo>
                <a:cubicBezTo>
                  <a:pt x="180051" y="99992"/>
                  <a:pt x="182944" y="102886"/>
                  <a:pt x="186481" y="102886"/>
                </a:cubicBezTo>
                <a:lnTo>
                  <a:pt x="199342" y="102886"/>
                </a:lnTo>
                <a:close/>
                <a:moveTo>
                  <a:pt x="106101" y="41797"/>
                </a:moveTo>
                <a:lnTo>
                  <a:pt x="106101" y="54658"/>
                </a:lnTo>
                <a:lnTo>
                  <a:pt x="93241" y="54658"/>
                </a:lnTo>
                <a:cubicBezTo>
                  <a:pt x="89704" y="54658"/>
                  <a:pt x="86810" y="57552"/>
                  <a:pt x="86810" y="61089"/>
                </a:cubicBezTo>
                <a:lnTo>
                  <a:pt x="86810" y="67519"/>
                </a:lnTo>
                <a:cubicBezTo>
                  <a:pt x="86810" y="71056"/>
                  <a:pt x="89704" y="73949"/>
                  <a:pt x="93241" y="73949"/>
                </a:cubicBezTo>
                <a:lnTo>
                  <a:pt x="106101" y="73949"/>
                </a:lnTo>
                <a:lnTo>
                  <a:pt x="106101" y="86810"/>
                </a:lnTo>
                <a:cubicBezTo>
                  <a:pt x="106101" y="90347"/>
                  <a:pt x="108995" y="93241"/>
                  <a:pt x="112532" y="93241"/>
                </a:cubicBezTo>
                <a:lnTo>
                  <a:pt x="118962" y="93241"/>
                </a:lnTo>
                <a:cubicBezTo>
                  <a:pt x="122499" y="93241"/>
                  <a:pt x="125392" y="90347"/>
                  <a:pt x="125392" y="86810"/>
                </a:cubicBezTo>
                <a:lnTo>
                  <a:pt x="125392" y="73949"/>
                </a:lnTo>
                <a:lnTo>
                  <a:pt x="138253" y="73949"/>
                </a:lnTo>
                <a:cubicBezTo>
                  <a:pt x="141790" y="73949"/>
                  <a:pt x="144684" y="71056"/>
                  <a:pt x="144684" y="67519"/>
                </a:cubicBezTo>
                <a:lnTo>
                  <a:pt x="144684" y="61089"/>
                </a:lnTo>
                <a:cubicBezTo>
                  <a:pt x="144684" y="57552"/>
                  <a:pt x="141790" y="54658"/>
                  <a:pt x="138253" y="54658"/>
                </a:cubicBezTo>
                <a:lnTo>
                  <a:pt x="125392" y="54658"/>
                </a:lnTo>
                <a:lnTo>
                  <a:pt x="125392" y="41797"/>
                </a:lnTo>
                <a:cubicBezTo>
                  <a:pt x="125392" y="38261"/>
                  <a:pt x="122499" y="35367"/>
                  <a:pt x="118962" y="35367"/>
                </a:cubicBezTo>
                <a:lnTo>
                  <a:pt x="112532" y="35367"/>
                </a:lnTo>
                <a:cubicBezTo>
                  <a:pt x="108995" y="35367"/>
                  <a:pt x="106101" y="38261"/>
                  <a:pt x="106101" y="41797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7378593" y="5804489"/>
            <a:ext cx="209201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5K+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404314" y="6078852"/>
            <a:ext cx="2040574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Hospital Wards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640479" y="5422954"/>
            <a:ext cx="2203477" cy="900253"/>
          </a:xfrm>
          <a:custGeom>
            <a:avLst/>
            <a:gdLst/>
            <a:ahLst/>
            <a:cxnLst/>
            <a:rect l="l" t="t" r="r" b="b"/>
            <a:pathLst>
              <a:path w="2203477" h="900253">
                <a:moveTo>
                  <a:pt x="102890" y="0"/>
                </a:moveTo>
                <a:lnTo>
                  <a:pt x="2100587" y="0"/>
                </a:lnTo>
                <a:cubicBezTo>
                  <a:pt x="2157411" y="0"/>
                  <a:pt x="2203477" y="46065"/>
                  <a:pt x="2203477" y="102890"/>
                </a:cubicBezTo>
                <a:lnTo>
                  <a:pt x="2203477" y="797363"/>
                </a:lnTo>
                <a:cubicBezTo>
                  <a:pt x="2203477" y="854188"/>
                  <a:pt x="2157411" y="900253"/>
                  <a:pt x="2100587" y="900253"/>
                </a:cubicBezTo>
                <a:lnTo>
                  <a:pt x="102890" y="900253"/>
                </a:lnTo>
                <a:cubicBezTo>
                  <a:pt x="46065" y="900253"/>
                  <a:pt x="0" y="854188"/>
                  <a:pt x="0" y="797363"/>
                </a:cubicBezTo>
                <a:lnTo>
                  <a:pt x="0" y="102890"/>
                </a:lnTo>
                <a:cubicBezTo>
                  <a:pt x="0" y="46065"/>
                  <a:pt x="46065" y="0"/>
                  <a:pt x="102890" y="0"/>
                </a:cubicBezTo>
                <a:close/>
              </a:path>
            </a:pathLst>
          </a:custGeom>
          <a:gradFill flip="none" rotWithShape="1">
            <a:gsLst>
              <a:gs pos="0">
                <a:srgbClr val="F3E8FF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E9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10666392" y="5530127"/>
            <a:ext cx="154329" cy="205772"/>
          </a:xfrm>
          <a:custGeom>
            <a:avLst/>
            <a:gdLst/>
            <a:ahLst/>
            <a:cxnLst/>
            <a:rect l="l" t="t" r="r" b="b"/>
            <a:pathLst>
              <a:path w="154329" h="205772">
                <a:moveTo>
                  <a:pt x="25722" y="0"/>
                </a:moveTo>
                <a:cubicBezTo>
                  <a:pt x="11534" y="0"/>
                  <a:pt x="0" y="11534"/>
                  <a:pt x="0" y="25722"/>
                </a:cubicBezTo>
                <a:lnTo>
                  <a:pt x="0" y="180051"/>
                </a:lnTo>
                <a:cubicBezTo>
                  <a:pt x="0" y="194238"/>
                  <a:pt x="11534" y="205772"/>
                  <a:pt x="25722" y="205772"/>
                </a:cubicBezTo>
                <a:lnTo>
                  <a:pt x="128608" y="205772"/>
                </a:lnTo>
                <a:cubicBezTo>
                  <a:pt x="142795" y="205772"/>
                  <a:pt x="154329" y="194238"/>
                  <a:pt x="154329" y="180051"/>
                </a:cubicBezTo>
                <a:lnTo>
                  <a:pt x="154329" y="25722"/>
                </a:lnTo>
                <a:cubicBezTo>
                  <a:pt x="154329" y="11534"/>
                  <a:pt x="142795" y="0"/>
                  <a:pt x="128608" y="0"/>
                </a:cubicBezTo>
                <a:lnTo>
                  <a:pt x="25722" y="0"/>
                </a:lnTo>
                <a:close/>
                <a:moveTo>
                  <a:pt x="70734" y="141468"/>
                </a:moveTo>
                <a:lnTo>
                  <a:pt x="83595" y="141468"/>
                </a:lnTo>
                <a:cubicBezTo>
                  <a:pt x="90709" y="141468"/>
                  <a:pt x="96456" y="147216"/>
                  <a:pt x="96456" y="154329"/>
                </a:cubicBezTo>
                <a:lnTo>
                  <a:pt x="96456" y="186481"/>
                </a:lnTo>
                <a:lnTo>
                  <a:pt x="57873" y="186481"/>
                </a:lnTo>
                <a:lnTo>
                  <a:pt x="57873" y="154329"/>
                </a:lnTo>
                <a:cubicBezTo>
                  <a:pt x="57873" y="147216"/>
                  <a:pt x="63621" y="141468"/>
                  <a:pt x="70734" y="141468"/>
                </a:cubicBezTo>
                <a:close/>
                <a:moveTo>
                  <a:pt x="38582" y="45013"/>
                </a:moveTo>
                <a:cubicBezTo>
                  <a:pt x="38582" y="41476"/>
                  <a:pt x="41476" y="38582"/>
                  <a:pt x="45013" y="38582"/>
                </a:cubicBezTo>
                <a:lnTo>
                  <a:pt x="57873" y="38582"/>
                </a:lnTo>
                <a:cubicBezTo>
                  <a:pt x="61410" y="38582"/>
                  <a:pt x="64304" y="41476"/>
                  <a:pt x="64304" y="45013"/>
                </a:cubicBezTo>
                <a:lnTo>
                  <a:pt x="64304" y="57873"/>
                </a:lnTo>
                <a:cubicBezTo>
                  <a:pt x="64304" y="61410"/>
                  <a:pt x="61410" y="64304"/>
                  <a:pt x="57873" y="64304"/>
                </a:cubicBezTo>
                <a:lnTo>
                  <a:pt x="45013" y="64304"/>
                </a:lnTo>
                <a:cubicBezTo>
                  <a:pt x="41476" y="64304"/>
                  <a:pt x="38582" y="61410"/>
                  <a:pt x="38582" y="57873"/>
                </a:cubicBezTo>
                <a:lnTo>
                  <a:pt x="38582" y="45013"/>
                </a:lnTo>
                <a:close/>
                <a:moveTo>
                  <a:pt x="96456" y="38582"/>
                </a:moveTo>
                <a:lnTo>
                  <a:pt x="109316" y="38582"/>
                </a:lnTo>
                <a:cubicBezTo>
                  <a:pt x="112853" y="38582"/>
                  <a:pt x="115747" y="41476"/>
                  <a:pt x="115747" y="45013"/>
                </a:cubicBezTo>
                <a:lnTo>
                  <a:pt x="115747" y="57873"/>
                </a:lnTo>
                <a:cubicBezTo>
                  <a:pt x="115747" y="61410"/>
                  <a:pt x="112853" y="64304"/>
                  <a:pt x="109316" y="64304"/>
                </a:cubicBezTo>
                <a:lnTo>
                  <a:pt x="96456" y="64304"/>
                </a:lnTo>
                <a:cubicBezTo>
                  <a:pt x="92919" y="64304"/>
                  <a:pt x="90025" y="61410"/>
                  <a:pt x="90025" y="57873"/>
                </a:cubicBezTo>
                <a:lnTo>
                  <a:pt x="90025" y="45013"/>
                </a:lnTo>
                <a:cubicBezTo>
                  <a:pt x="90025" y="41476"/>
                  <a:pt x="92919" y="38582"/>
                  <a:pt x="96456" y="38582"/>
                </a:cubicBezTo>
                <a:close/>
                <a:moveTo>
                  <a:pt x="38582" y="96456"/>
                </a:moveTo>
                <a:cubicBezTo>
                  <a:pt x="38582" y="92919"/>
                  <a:pt x="41476" y="90025"/>
                  <a:pt x="45013" y="90025"/>
                </a:cubicBezTo>
                <a:lnTo>
                  <a:pt x="57873" y="90025"/>
                </a:lnTo>
                <a:cubicBezTo>
                  <a:pt x="61410" y="90025"/>
                  <a:pt x="64304" y="92919"/>
                  <a:pt x="64304" y="96456"/>
                </a:cubicBezTo>
                <a:lnTo>
                  <a:pt x="64304" y="109316"/>
                </a:lnTo>
                <a:cubicBezTo>
                  <a:pt x="64304" y="112853"/>
                  <a:pt x="61410" y="115747"/>
                  <a:pt x="57873" y="115747"/>
                </a:cubicBezTo>
                <a:lnTo>
                  <a:pt x="45013" y="115747"/>
                </a:lnTo>
                <a:cubicBezTo>
                  <a:pt x="41476" y="115747"/>
                  <a:pt x="38582" y="112853"/>
                  <a:pt x="38582" y="109316"/>
                </a:cubicBezTo>
                <a:lnTo>
                  <a:pt x="38582" y="96456"/>
                </a:lnTo>
                <a:close/>
                <a:moveTo>
                  <a:pt x="96456" y="90025"/>
                </a:moveTo>
                <a:lnTo>
                  <a:pt x="109316" y="90025"/>
                </a:lnTo>
                <a:cubicBezTo>
                  <a:pt x="112853" y="90025"/>
                  <a:pt x="115747" y="92919"/>
                  <a:pt x="115747" y="96456"/>
                </a:cubicBezTo>
                <a:lnTo>
                  <a:pt x="115747" y="109316"/>
                </a:lnTo>
                <a:cubicBezTo>
                  <a:pt x="115747" y="112853"/>
                  <a:pt x="112853" y="115747"/>
                  <a:pt x="109316" y="115747"/>
                </a:cubicBezTo>
                <a:lnTo>
                  <a:pt x="96456" y="115747"/>
                </a:lnTo>
                <a:cubicBezTo>
                  <a:pt x="92919" y="115747"/>
                  <a:pt x="90025" y="112853"/>
                  <a:pt x="90025" y="109316"/>
                </a:cubicBezTo>
                <a:lnTo>
                  <a:pt x="90025" y="96456"/>
                </a:lnTo>
                <a:cubicBezTo>
                  <a:pt x="90025" y="92919"/>
                  <a:pt x="92919" y="90025"/>
                  <a:pt x="96456" y="90025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9696209" y="5804489"/>
            <a:ext cx="209201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100+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721930" y="6078852"/>
            <a:ext cx="2040574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Insurance Partners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47241" y="6434667"/>
            <a:ext cx="11497519" cy="420118"/>
          </a:xfrm>
          <a:custGeom>
            <a:avLst/>
            <a:gdLst/>
            <a:ahLst/>
            <a:cxnLst/>
            <a:rect l="l" t="t" r="r" b="b"/>
            <a:pathLst>
              <a:path w="11497519" h="420118">
                <a:moveTo>
                  <a:pt x="102887" y="0"/>
                </a:moveTo>
                <a:lnTo>
                  <a:pt x="11394632" y="0"/>
                </a:lnTo>
                <a:cubicBezTo>
                  <a:pt x="11451455" y="0"/>
                  <a:pt x="11497519" y="46064"/>
                  <a:pt x="11497519" y="102887"/>
                </a:cubicBezTo>
                <a:lnTo>
                  <a:pt x="11497519" y="317231"/>
                </a:lnTo>
                <a:cubicBezTo>
                  <a:pt x="11497519" y="374054"/>
                  <a:pt x="11451455" y="420118"/>
                  <a:pt x="11394632" y="420118"/>
                </a:cubicBezTo>
                <a:lnTo>
                  <a:pt x="102887" y="420118"/>
                </a:lnTo>
                <a:cubicBezTo>
                  <a:pt x="46064" y="420118"/>
                  <a:pt x="0" y="374054"/>
                  <a:pt x="0" y="317231"/>
                </a:cubicBezTo>
                <a:lnTo>
                  <a:pt x="0" y="102887"/>
                </a:lnTo>
                <a:cubicBezTo>
                  <a:pt x="0" y="46102"/>
                  <a:pt x="46102" y="0"/>
                  <a:pt x="10288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EA5E9">
                  <a:alpha val="10000"/>
                </a:srgbClr>
              </a:gs>
            </a:gsLst>
            <a:lin ang="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3101051" y="6576135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34295" y="85738"/>
                </a:moveTo>
                <a:lnTo>
                  <a:pt x="6564" y="85738"/>
                </a:lnTo>
                <a:cubicBezTo>
                  <a:pt x="-107" y="85738"/>
                  <a:pt x="-4207" y="78477"/>
                  <a:pt x="-777" y="72744"/>
                </a:cubicBezTo>
                <a:lnTo>
                  <a:pt x="13397" y="49112"/>
                </a:lnTo>
                <a:cubicBezTo>
                  <a:pt x="15728" y="45227"/>
                  <a:pt x="19907" y="42869"/>
                  <a:pt x="24435" y="42869"/>
                </a:cubicBezTo>
                <a:lnTo>
                  <a:pt x="49889" y="42869"/>
                </a:lnTo>
                <a:cubicBezTo>
                  <a:pt x="70279" y="8333"/>
                  <a:pt x="100689" y="6591"/>
                  <a:pt x="121025" y="9565"/>
                </a:cubicBezTo>
                <a:cubicBezTo>
                  <a:pt x="124455" y="10074"/>
                  <a:pt x="127134" y="12754"/>
                  <a:pt x="127616" y="16156"/>
                </a:cubicBezTo>
                <a:cubicBezTo>
                  <a:pt x="130590" y="36492"/>
                  <a:pt x="128849" y="66903"/>
                  <a:pt x="94312" y="87292"/>
                </a:cubicBezTo>
                <a:lnTo>
                  <a:pt x="94312" y="112746"/>
                </a:lnTo>
                <a:cubicBezTo>
                  <a:pt x="94312" y="117274"/>
                  <a:pt x="91954" y="121454"/>
                  <a:pt x="88069" y="123785"/>
                </a:cubicBezTo>
                <a:lnTo>
                  <a:pt x="64438" y="137958"/>
                </a:lnTo>
                <a:cubicBezTo>
                  <a:pt x="58731" y="141388"/>
                  <a:pt x="51443" y="137262"/>
                  <a:pt x="51443" y="130617"/>
                </a:cubicBezTo>
                <a:lnTo>
                  <a:pt x="51443" y="102886"/>
                </a:lnTo>
                <a:cubicBezTo>
                  <a:pt x="51443" y="93428"/>
                  <a:pt x="43753" y="85738"/>
                  <a:pt x="34295" y="85738"/>
                </a:cubicBezTo>
                <a:lnTo>
                  <a:pt x="34269" y="85738"/>
                </a:lnTo>
                <a:close/>
                <a:moveTo>
                  <a:pt x="107173" y="42869"/>
                </a:moveTo>
                <a:cubicBezTo>
                  <a:pt x="107173" y="35771"/>
                  <a:pt x="101410" y="30008"/>
                  <a:pt x="94312" y="30008"/>
                </a:cubicBezTo>
                <a:cubicBezTo>
                  <a:pt x="87214" y="30008"/>
                  <a:pt x="81451" y="35771"/>
                  <a:pt x="81451" y="42869"/>
                </a:cubicBezTo>
                <a:cubicBezTo>
                  <a:pt x="81451" y="49967"/>
                  <a:pt x="87214" y="55730"/>
                  <a:pt x="94312" y="55730"/>
                </a:cubicBezTo>
                <a:cubicBezTo>
                  <a:pt x="101410" y="55730"/>
                  <a:pt x="107173" y="49967"/>
                  <a:pt x="107173" y="4286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637901" y="6541840"/>
            <a:ext cx="1113398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Unique Value:</a:t>
            </a:r>
            <a:r>
              <a:rPr lang="en-US" sz="108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We're not building better wearables. We're </a:t>
            </a:r>
            <a:r>
              <a:rPr lang="en-US" sz="1080" b="1" dirty="0">
                <a:solidFill>
                  <a:srgbClr val="1E293B"/>
                </a:solidFill>
                <a:highlight>
                  <a:srgbClr val="10B981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ELIMINATING </a:t>
            </a:r>
            <a:r>
              <a:rPr lang="en-US" sz="108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need for them.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074" y="53182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074" y="275432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SmartGuard 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7074" y="688182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1468" y="813594"/>
            <a:ext cx="6961188" cy="5913438"/>
          </a:xfrm>
          <a:custGeom>
            <a:avLst/>
            <a:gdLst/>
            <a:ahLst/>
            <a:cxnLst/>
            <a:rect l="l" t="t" r="r" b="b"/>
            <a:pathLst>
              <a:path w="6961188" h="5913438">
                <a:moveTo>
                  <a:pt x="127021" y="0"/>
                </a:moveTo>
                <a:lnTo>
                  <a:pt x="6834167" y="0"/>
                </a:lnTo>
                <a:cubicBezTo>
                  <a:pt x="6904318" y="0"/>
                  <a:pt x="6961188" y="56869"/>
                  <a:pt x="6961188" y="127021"/>
                </a:cubicBezTo>
                <a:lnTo>
                  <a:pt x="6961188" y="5786417"/>
                </a:lnTo>
                <a:cubicBezTo>
                  <a:pt x="6961188" y="5856568"/>
                  <a:pt x="6904318" y="5913438"/>
                  <a:pt x="6834167" y="5913438"/>
                </a:cubicBezTo>
                <a:lnTo>
                  <a:pt x="127021" y="5913438"/>
                </a:lnTo>
                <a:cubicBezTo>
                  <a:pt x="56869" y="5913438"/>
                  <a:pt x="0" y="5856568"/>
                  <a:pt x="0" y="5786417"/>
                </a:cubicBezTo>
                <a:lnTo>
                  <a:pt x="0" y="127021"/>
                </a:lnTo>
                <a:cubicBezTo>
                  <a:pt x="0" y="56916"/>
                  <a:pt x="56916" y="0"/>
                  <a:pt x="12702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4186" y="976313"/>
            <a:ext cx="3182938" cy="285750"/>
          </a:xfrm>
          <a:custGeom>
            <a:avLst/>
            <a:gdLst/>
            <a:ahLst/>
            <a:cxnLst/>
            <a:rect l="l" t="t" r="r" b="b"/>
            <a:pathLst>
              <a:path w="3182938" h="285750">
                <a:moveTo>
                  <a:pt x="142875" y="0"/>
                </a:moveTo>
                <a:lnTo>
                  <a:pt x="3040063" y="0"/>
                </a:lnTo>
                <a:cubicBezTo>
                  <a:pt x="3118917" y="0"/>
                  <a:pt x="3182938" y="64020"/>
                  <a:pt x="3182938" y="142875"/>
                </a:cubicBezTo>
                <a:lnTo>
                  <a:pt x="3182938" y="142875"/>
                </a:lnTo>
                <a:cubicBezTo>
                  <a:pt x="3182938" y="221730"/>
                  <a:pt x="3118917" y="285750"/>
                  <a:pt x="3040063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952" y="1071563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93749" y="1039813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 Use the phone elderly ALREADY HAVE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6" y="1357313"/>
            <a:ext cx="671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End-to-End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186" y="1785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6749" y="19446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35062" y="1706562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35062" y="1706562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77937" y="183356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Smartphone Camera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7937" y="208756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Elderly's existing phone captures video feed • No additional hardware needed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32236" y="24685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4186" y="28336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2937" y="2992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135062" y="2754313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135062" y="2754313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77937" y="288131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MediaPipe Pose Estimation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7937" y="313531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99%+ accuracy • 17 key body points • On-device processing • &lt;100ms inference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32236" y="35163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186" y="38814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8200DB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9124" y="404018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35062" y="3802063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3E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135062" y="3802063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277937" y="392906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Fall Detection Algorithm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77937" y="418306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Height drop + Acceleration spike + 2-sec confirmation • &gt;90% precision • &lt;10% false positive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32236" y="45640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186" y="4929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CA3500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54843" y="508793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135062" y="4849813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EDD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135062" y="4849813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77937" y="497681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Backend Alert System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77937" y="523081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 API + Firebase DB + Twilio WhatsApp • &lt;200ms processing • 99.5% delivery rate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32236" y="56118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4186" y="5976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C10007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54843" y="613568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35062" y="5897563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E2E2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135062" y="5897563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277937" y="602456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Caregiver Notification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77937" y="627856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 alert with location • Response buttons: OK / HELP • &lt;5 seconds total latency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48599" y="809625"/>
            <a:ext cx="4429125" cy="3365500"/>
          </a:xfrm>
          <a:custGeom>
            <a:avLst/>
            <a:gdLst/>
            <a:ahLst/>
            <a:cxnLst/>
            <a:rect l="l" t="t" r="r" b="b"/>
            <a:pathLst>
              <a:path w="4429125" h="3365500">
                <a:moveTo>
                  <a:pt x="127014" y="0"/>
                </a:moveTo>
                <a:lnTo>
                  <a:pt x="4302111" y="0"/>
                </a:lnTo>
                <a:cubicBezTo>
                  <a:pt x="4372259" y="0"/>
                  <a:pt x="4429125" y="56866"/>
                  <a:pt x="4429125" y="127014"/>
                </a:cubicBezTo>
                <a:lnTo>
                  <a:pt x="4429125" y="3238486"/>
                </a:lnTo>
                <a:cubicBezTo>
                  <a:pt x="4429125" y="3308634"/>
                  <a:pt x="4372259" y="3365500"/>
                  <a:pt x="4302111" y="3365500"/>
                </a:cubicBezTo>
                <a:lnTo>
                  <a:pt x="127014" y="3365500"/>
                </a:lnTo>
                <a:cubicBezTo>
                  <a:pt x="56866" y="3365500"/>
                  <a:pt x="0" y="3308634"/>
                  <a:pt x="0" y="3238486"/>
                </a:cubicBezTo>
                <a:lnTo>
                  <a:pt x="0" y="127014"/>
                </a:lnTo>
                <a:cubicBezTo>
                  <a:pt x="0" y="56913"/>
                  <a:pt x="56913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627192" y="1000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805786" y="968375"/>
            <a:ext cx="399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07349" y="1317625"/>
            <a:ext cx="4111625" cy="603250"/>
          </a:xfrm>
          <a:custGeom>
            <a:avLst/>
            <a:gdLst/>
            <a:ahLst/>
            <a:cxnLst/>
            <a:rect l="l" t="t" r="r" b="b"/>
            <a:pathLst>
              <a:path w="4111625" h="603250">
                <a:moveTo>
                  <a:pt x="63498" y="0"/>
                </a:moveTo>
                <a:lnTo>
                  <a:pt x="4048127" y="0"/>
                </a:lnTo>
                <a:cubicBezTo>
                  <a:pt x="4083196" y="0"/>
                  <a:pt x="4111625" y="28429"/>
                  <a:pt x="4111625" y="63498"/>
                </a:cubicBezTo>
                <a:lnTo>
                  <a:pt x="4111625" y="539752"/>
                </a:lnTo>
                <a:cubicBezTo>
                  <a:pt x="4111625" y="574821"/>
                  <a:pt x="4083196" y="603250"/>
                  <a:pt x="404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702599" y="1412875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Pose Accuracy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02599" y="1571625"/>
            <a:ext cx="833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99%+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354593" y="15001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58316" y="98924"/>
                </a:moveTo>
                <a:lnTo>
                  <a:pt x="121109" y="158455"/>
                </a:lnTo>
                <a:cubicBezTo>
                  <a:pt x="119156" y="161572"/>
                  <a:pt x="115807" y="163525"/>
                  <a:pt x="112133" y="163711"/>
                </a:cubicBezTo>
                <a:cubicBezTo>
                  <a:pt x="108458" y="163897"/>
                  <a:pt x="104924" y="162223"/>
                  <a:pt x="102738" y="159246"/>
                </a:cubicBezTo>
                <a:lnTo>
                  <a:pt x="80414" y="129480"/>
                </a:lnTo>
                <a:cubicBezTo>
                  <a:pt x="76693" y="124551"/>
                  <a:pt x="77716" y="117574"/>
                  <a:pt x="82646" y="113854"/>
                </a:cubicBezTo>
                <a:cubicBezTo>
                  <a:pt x="87576" y="110133"/>
                  <a:pt x="94552" y="111156"/>
                  <a:pt x="98273" y="116086"/>
                </a:cubicBezTo>
                <a:lnTo>
                  <a:pt x="110830" y="132829"/>
                </a:lnTo>
                <a:lnTo>
                  <a:pt x="139387" y="87111"/>
                </a:lnTo>
                <a:cubicBezTo>
                  <a:pt x="142642" y="81902"/>
                  <a:pt x="149526" y="80274"/>
                  <a:pt x="154781" y="83576"/>
                </a:cubicBezTo>
                <a:cubicBezTo>
                  <a:pt x="160037" y="86878"/>
                  <a:pt x="161618" y="93715"/>
                  <a:pt x="158316" y="98971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607349" y="2016125"/>
            <a:ext cx="4111625" cy="603250"/>
          </a:xfrm>
          <a:custGeom>
            <a:avLst/>
            <a:gdLst/>
            <a:ahLst/>
            <a:cxnLst/>
            <a:rect l="l" t="t" r="r" b="b"/>
            <a:pathLst>
              <a:path w="4111625" h="603250">
                <a:moveTo>
                  <a:pt x="63498" y="0"/>
                </a:moveTo>
                <a:lnTo>
                  <a:pt x="4048127" y="0"/>
                </a:lnTo>
                <a:cubicBezTo>
                  <a:pt x="4083196" y="0"/>
                  <a:pt x="4111625" y="28429"/>
                  <a:pt x="4111625" y="63498"/>
                </a:cubicBezTo>
                <a:lnTo>
                  <a:pt x="4111625" y="539752"/>
                </a:lnTo>
                <a:cubicBezTo>
                  <a:pt x="4111625" y="574821"/>
                  <a:pt x="4083196" y="603250"/>
                  <a:pt x="404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702599" y="2111375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 Detection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702599" y="2270125"/>
            <a:ext cx="777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&gt;90%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354593" y="2198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08359" y="119062"/>
                </a:moveTo>
                <a:cubicBezTo>
                  <a:pt x="208359" y="69778"/>
                  <a:pt x="168347" y="29766"/>
                  <a:pt x="119062" y="29766"/>
                </a:cubicBezTo>
                <a:cubicBezTo>
                  <a:pt x="69778" y="29766"/>
                  <a:pt x="29766" y="69778"/>
                  <a:pt x="29766" y="119062"/>
                </a:cubicBezTo>
                <a:cubicBezTo>
                  <a:pt x="29766" y="168347"/>
                  <a:pt x="69778" y="208359"/>
                  <a:pt x="119062" y="208359"/>
                </a:cubicBezTo>
                <a:cubicBezTo>
                  <a:pt x="168347" y="208359"/>
                  <a:pt x="208359" y="168347"/>
                  <a:pt x="208359" y="119063"/>
                </a:cubicBezTo>
                <a:close/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  <a:moveTo>
                  <a:pt x="119062" y="156270"/>
                </a:moveTo>
                <a:cubicBezTo>
                  <a:pt x="139598" y="156270"/>
                  <a:pt x="156270" y="139598"/>
                  <a:pt x="156270" y="119062"/>
                </a:cubicBezTo>
                <a:cubicBezTo>
                  <a:pt x="156270" y="98527"/>
                  <a:pt x="139598" y="81855"/>
                  <a:pt x="119062" y="81855"/>
                </a:cubicBezTo>
                <a:cubicBezTo>
                  <a:pt x="98527" y="81855"/>
                  <a:pt x="81855" y="98527"/>
                  <a:pt x="81855" y="119062"/>
                </a:cubicBezTo>
                <a:cubicBezTo>
                  <a:pt x="81855" y="139598"/>
                  <a:pt x="98527" y="156270"/>
                  <a:pt x="119062" y="156270"/>
                </a:cubicBezTo>
                <a:close/>
                <a:moveTo>
                  <a:pt x="119062" y="52090"/>
                </a:moveTo>
                <a:cubicBezTo>
                  <a:pt x="156026" y="52090"/>
                  <a:pt x="186035" y="82099"/>
                  <a:pt x="186035" y="119062"/>
                </a:cubicBezTo>
                <a:cubicBezTo>
                  <a:pt x="186035" y="156026"/>
                  <a:pt x="156026" y="186035"/>
                  <a:pt x="119062" y="186035"/>
                </a:cubicBezTo>
                <a:cubicBezTo>
                  <a:pt x="82099" y="186035"/>
                  <a:pt x="52090" y="156026"/>
                  <a:pt x="52090" y="119062"/>
                </a:cubicBezTo>
                <a:cubicBezTo>
                  <a:pt x="52090" y="82099"/>
                  <a:pt x="82099" y="52090"/>
                  <a:pt x="119062" y="52090"/>
                </a:cubicBezTo>
                <a:close/>
                <a:moveTo>
                  <a:pt x="104180" y="119062"/>
                </a:moveTo>
                <a:cubicBezTo>
                  <a:pt x="104180" y="110848"/>
                  <a:pt x="110848" y="104180"/>
                  <a:pt x="119062" y="104180"/>
                </a:cubicBezTo>
                <a:cubicBezTo>
                  <a:pt x="127277" y="104180"/>
                  <a:pt x="133945" y="110848"/>
                  <a:pt x="133945" y="119062"/>
                </a:cubicBezTo>
                <a:cubicBezTo>
                  <a:pt x="133945" y="127277"/>
                  <a:pt x="127277" y="133945"/>
                  <a:pt x="119062" y="133945"/>
                </a:cubicBezTo>
                <a:cubicBezTo>
                  <a:pt x="110848" y="133945"/>
                  <a:pt x="104180" y="127277"/>
                  <a:pt x="104180" y="119062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607349" y="2714625"/>
            <a:ext cx="4111625" cy="603250"/>
          </a:xfrm>
          <a:custGeom>
            <a:avLst/>
            <a:gdLst/>
            <a:ahLst/>
            <a:cxnLst/>
            <a:rect l="l" t="t" r="r" b="b"/>
            <a:pathLst>
              <a:path w="4111625" h="603250">
                <a:moveTo>
                  <a:pt x="63498" y="0"/>
                </a:moveTo>
                <a:lnTo>
                  <a:pt x="4048127" y="0"/>
                </a:lnTo>
                <a:cubicBezTo>
                  <a:pt x="4083196" y="0"/>
                  <a:pt x="4111625" y="28429"/>
                  <a:pt x="4111625" y="63498"/>
                </a:cubicBezTo>
                <a:lnTo>
                  <a:pt x="4111625" y="539752"/>
                </a:lnTo>
                <a:cubicBezTo>
                  <a:pt x="4111625" y="574821"/>
                  <a:pt x="4083196" y="603250"/>
                  <a:pt x="404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702599" y="2809875"/>
            <a:ext cx="74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02599" y="2968625"/>
            <a:ext cx="785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&lt;10%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354593" y="28971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21202" y="0"/>
                  <a:pt x="123341" y="465"/>
                  <a:pt x="125295" y="1349"/>
                </a:cubicBezTo>
                <a:lnTo>
                  <a:pt x="212917" y="38509"/>
                </a:lnTo>
                <a:cubicBezTo>
                  <a:pt x="223149" y="42835"/>
                  <a:pt x="230777" y="52927"/>
                  <a:pt x="230730" y="65112"/>
                </a:cubicBezTo>
                <a:cubicBezTo>
                  <a:pt x="230498" y="111249"/>
                  <a:pt x="211522" y="195662"/>
                  <a:pt x="131387" y="234032"/>
                </a:cubicBezTo>
                <a:cubicBezTo>
                  <a:pt x="123620" y="237753"/>
                  <a:pt x="114598" y="237753"/>
                  <a:pt x="106831" y="234032"/>
                </a:cubicBezTo>
                <a:cubicBezTo>
                  <a:pt x="26650" y="195662"/>
                  <a:pt x="7720" y="111249"/>
                  <a:pt x="7488" y="65112"/>
                </a:cubicBezTo>
                <a:cubicBezTo>
                  <a:pt x="7441" y="52927"/>
                  <a:pt x="15069" y="42835"/>
                  <a:pt x="25301" y="38509"/>
                </a:cubicBezTo>
                <a:lnTo>
                  <a:pt x="112877" y="1349"/>
                </a:lnTo>
                <a:cubicBezTo>
                  <a:pt x="114830" y="465"/>
                  <a:pt x="116923" y="0"/>
                  <a:pt x="119062" y="0"/>
                </a:cubicBezTo>
                <a:close/>
                <a:moveTo>
                  <a:pt x="119062" y="31068"/>
                </a:moveTo>
                <a:lnTo>
                  <a:pt x="119062" y="206918"/>
                </a:lnTo>
                <a:cubicBezTo>
                  <a:pt x="183245" y="175850"/>
                  <a:pt x="200499" y="107017"/>
                  <a:pt x="200918" y="65810"/>
                </a:cubicBezTo>
                <a:lnTo>
                  <a:pt x="119062" y="31114"/>
                </a:lnTo>
                <a:lnTo>
                  <a:pt x="119062" y="31114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607349" y="3413125"/>
            <a:ext cx="4111625" cy="603250"/>
          </a:xfrm>
          <a:custGeom>
            <a:avLst/>
            <a:gdLst/>
            <a:ahLst/>
            <a:cxnLst/>
            <a:rect l="l" t="t" r="r" b="b"/>
            <a:pathLst>
              <a:path w="4111625" h="603250">
                <a:moveTo>
                  <a:pt x="63498" y="0"/>
                </a:moveTo>
                <a:lnTo>
                  <a:pt x="4048127" y="0"/>
                </a:lnTo>
                <a:cubicBezTo>
                  <a:pt x="4083196" y="0"/>
                  <a:pt x="4111625" y="28429"/>
                  <a:pt x="4111625" y="63498"/>
                </a:cubicBezTo>
                <a:lnTo>
                  <a:pt x="4111625" y="539752"/>
                </a:lnTo>
                <a:cubicBezTo>
                  <a:pt x="4111625" y="574821"/>
                  <a:pt x="4083196" y="603250"/>
                  <a:pt x="404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702599" y="3508375"/>
            <a:ext cx="70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 Latency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02599" y="3667125"/>
            <a:ext cx="746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&lt;5 sec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369476" y="35956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57572" y="-4604"/>
                </a:moveTo>
                <a:cubicBezTo>
                  <a:pt x="163106" y="-605"/>
                  <a:pt x="165153" y="6651"/>
                  <a:pt x="162641" y="12976"/>
                </a:cubicBezTo>
                <a:lnTo>
                  <a:pt x="126178" y="104180"/>
                </a:lnTo>
                <a:lnTo>
                  <a:pt x="193477" y="104180"/>
                </a:lnTo>
                <a:cubicBezTo>
                  <a:pt x="199755" y="104180"/>
                  <a:pt x="205336" y="108086"/>
                  <a:pt x="207476" y="113993"/>
                </a:cubicBezTo>
                <a:cubicBezTo>
                  <a:pt x="209615" y="119900"/>
                  <a:pt x="207801" y="126504"/>
                  <a:pt x="203011" y="130504"/>
                </a:cubicBezTo>
                <a:lnTo>
                  <a:pt x="69066" y="242125"/>
                </a:lnTo>
                <a:cubicBezTo>
                  <a:pt x="63810" y="246497"/>
                  <a:pt x="56322" y="246729"/>
                  <a:pt x="50788" y="242729"/>
                </a:cubicBezTo>
                <a:cubicBezTo>
                  <a:pt x="45253" y="238730"/>
                  <a:pt x="43207" y="231474"/>
                  <a:pt x="45718" y="225149"/>
                </a:cubicBezTo>
                <a:lnTo>
                  <a:pt x="82181" y="133945"/>
                </a:lnTo>
                <a:lnTo>
                  <a:pt x="14883" y="133945"/>
                </a:lnTo>
                <a:cubicBezTo>
                  <a:pt x="8604" y="133945"/>
                  <a:pt x="3023" y="130039"/>
                  <a:pt x="884" y="124132"/>
                </a:cubicBezTo>
                <a:cubicBezTo>
                  <a:pt x="-1256" y="118225"/>
                  <a:pt x="558" y="111621"/>
                  <a:pt x="5349" y="107621"/>
                </a:cubicBezTo>
                <a:lnTo>
                  <a:pt x="139294" y="-4000"/>
                </a:lnTo>
                <a:cubicBezTo>
                  <a:pt x="144549" y="-8372"/>
                  <a:pt x="152037" y="-8604"/>
                  <a:pt x="157572" y="-4604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452567" y="4306094"/>
            <a:ext cx="4421188" cy="2420938"/>
          </a:xfrm>
          <a:custGeom>
            <a:avLst/>
            <a:gdLst/>
            <a:ahLst/>
            <a:cxnLst/>
            <a:rect l="l" t="t" r="r" b="b"/>
            <a:pathLst>
              <a:path w="4421188" h="2420938">
                <a:moveTo>
                  <a:pt x="127002" y="0"/>
                </a:moveTo>
                <a:lnTo>
                  <a:pt x="4294185" y="0"/>
                </a:lnTo>
                <a:cubicBezTo>
                  <a:pt x="4364327" y="0"/>
                  <a:pt x="4421187" y="56861"/>
                  <a:pt x="4421187" y="127002"/>
                </a:cubicBezTo>
                <a:lnTo>
                  <a:pt x="4421188" y="2293935"/>
                </a:lnTo>
                <a:cubicBezTo>
                  <a:pt x="4421187" y="2364077"/>
                  <a:pt x="4364327" y="2420938"/>
                  <a:pt x="4294185" y="2420938"/>
                </a:cubicBezTo>
                <a:lnTo>
                  <a:pt x="127002" y="2420938"/>
                </a:lnTo>
                <a:cubicBezTo>
                  <a:pt x="56861" y="2420938"/>
                  <a:pt x="0" y="2364077"/>
                  <a:pt x="0" y="2293935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7621239" y="447675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35719" y="26789"/>
                </a:moveTo>
                <a:lnTo>
                  <a:pt x="35719" y="44648"/>
                </a:lnTo>
                <a:lnTo>
                  <a:pt x="71438" y="44648"/>
                </a:lnTo>
                <a:lnTo>
                  <a:pt x="71438" y="26789"/>
                </a:lnTo>
                <a:cubicBezTo>
                  <a:pt x="71438" y="16939"/>
                  <a:pt x="63429" y="8930"/>
                  <a:pt x="53578" y="8930"/>
                </a:cubicBezTo>
                <a:cubicBezTo>
                  <a:pt x="43728" y="8930"/>
                  <a:pt x="35719" y="16939"/>
                  <a:pt x="35719" y="26789"/>
                </a:cubicBezTo>
                <a:close/>
                <a:moveTo>
                  <a:pt x="17859" y="44648"/>
                </a:moveTo>
                <a:lnTo>
                  <a:pt x="17859" y="26789"/>
                </a:lnTo>
                <a:cubicBezTo>
                  <a:pt x="17859" y="7060"/>
                  <a:pt x="33849" y="-8930"/>
                  <a:pt x="53578" y="-8930"/>
                </a:cubicBezTo>
                <a:cubicBezTo>
                  <a:pt x="73307" y="-8930"/>
                  <a:pt x="89297" y="7060"/>
                  <a:pt x="89297" y="26789"/>
                </a:cubicBezTo>
                <a:lnTo>
                  <a:pt x="89297" y="44648"/>
                </a:lnTo>
                <a:cubicBezTo>
                  <a:pt x="99147" y="44648"/>
                  <a:pt x="107156" y="52657"/>
                  <a:pt x="107156" y="62508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62508"/>
                </a:lnTo>
                <a:cubicBezTo>
                  <a:pt x="0" y="52657"/>
                  <a:pt x="8009" y="44648"/>
                  <a:pt x="17859" y="4464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766099" y="4437063"/>
            <a:ext cx="404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583536" y="475456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670849" y="48498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869286" y="4818063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 On-device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processing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583536" y="510381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670849" y="51990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869286" y="5167313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video upload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cloud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583536" y="545306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670849" y="55483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869286" y="5516563"/>
            <a:ext cx="146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Skeleton points only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saved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583536" y="580231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7670849" y="58975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7869286" y="5865813"/>
            <a:ext cx="143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 compliant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 design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583536" y="615156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7670849" y="62468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7869286" y="6215063"/>
            <a:ext cx="98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Works offline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fully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29" y="367229"/>
            <a:ext cx="1152180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kern="0" spc="5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229" y="624289"/>
            <a:ext cx="11622795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2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It Works: The 4-Step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229" y="1101687"/>
            <a:ext cx="881349" cy="36723"/>
          </a:xfrm>
          <a:custGeom>
            <a:avLst/>
            <a:gdLst/>
            <a:ahLst/>
            <a:cxnLst/>
            <a:rect l="l" t="t" r="r" b="b"/>
            <a:pathLst>
              <a:path w="881349" h="36723">
                <a:moveTo>
                  <a:pt x="0" y="0"/>
                </a:moveTo>
                <a:lnTo>
                  <a:pt x="881349" y="0"/>
                </a:lnTo>
                <a:lnTo>
                  <a:pt x="881349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7229" y="1285301"/>
            <a:ext cx="2754217" cy="4048699"/>
          </a:xfrm>
          <a:custGeom>
            <a:avLst/>
            <a:gdLst/>
            <a:ahLst/>
            <a:cxnLst/>
            <a:rect l="l" t="t" r="r" b="b"/>
            <a:pathLst>
              <a:path w="2754217" h="4048699">
                <a:moveTo>
                  <a:pt x="146882" y="0"/>
                </a:moveTo>
                <a:lnTo>
                  <a:pt x="2607334" y="0"/>
                </a:lnTo>
                <a:cubicBezTo>
                  <a:pt x="2688455" y="0"/>
                  <a:pt x="2754217" y="65761"/>
                  <a:pt x="2754217" y="146882"/>
                </a:cubicBezTo>
                <a:lnTo>
                  <a:pt x="2754217" y="3901816"/>
                </a:lnTo>
                <a:cubicBezTo>
                  <a:pt x="2754217" y="3982937"/>
                  <a:pt x="2688455" y="4048699"/>
                  <a:pt x="2607334" y="4048699"/>
                </a:cubicBezTo>
                <a:lnTo>
                  <a:pt x="146882" y="4048699"/>
                </a:lnTo>
                <a:cubicBezTo>
                  <a:pt x="65761" y="4048699"/>
                  <a:pt x="0" y="3982937"/>
                  <a:pt x="0" y="3901816"/>
                </a:cubicBezTo>
                <a:lnTo>
                  <a:pt x="0" y="146882"/>
                </a:lnTo>
                <a:cubicBezTo>
                  <a:pt x="0" y="65816"/>
                  <a:pt x="65816" y="0"/>
                  <a:pt x="146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0">
                <a:srgbClr val="FFFFFF"/>
              </a:gs>
              <a:gs pos="100000">
                <a:srgbClr val="0284C7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50843" y="1468916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302" y="1560723"/>
            <a:ext cx="29378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30277" y="1588265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104951" y="5110"/>
                </a:moveTo>
                <a:cubicBezTo>
                  <a:pt x="106565" y="-2851"/>
                  <a:pt x="113611" y="-8607"/>
                  <a:pt x="121788" y="-8607"/>
                </a:cubicBezTo>
                <a:lnTo>
                  <a:pt x="153956" y="-8607"/>
                </a:lnTo>
                <a:cubicBezTo>
                  <a:pt x="162133" y="-8607"/>
                  <a:pt x="169180" y="-2851"/>
                  <a:pt x="170794" y="5110"/>
                </a:cubicBezTo>
                <a:lnTo>
                  <a:pt x="178594" y="42766"/>
                </a:lnTo>
                <a:cubicBezTo>
                  <a:pt x="186179" y="45993"/>
                  <a:pt x="193279" y="50135"/>
                  <a:pt x="199735" y="55031"/>
                </a:cubicBezTo>
                <a:lnTo>
                  <a:pt x="236206" y="42927"/>
                </a:lnTo>
                <a:cubicBezTo>
                  <a:pt x="243953" y="40345"/>
                  <a:pt x="252452" y="43573"/>
                  <a:pt x="256540" y="50673"/>
                </a:cubicBezTo>
                <a:lnTo>
                  <a:pt x="272624" y="78538"/>
                </a:lnTo>
                <a:cubicBezTo>
                  <a:pt x="276713" y="85639"/>
                  <a:pt x="275260" y="94569"/>
                  <a:pt x="269128" y="100002"/>
                </a:cubicBezTo>
                <a:lnTo>
                  <a:pt x="240456" y="125500"/>
                </a:lnTo>
                <a:cubicBezTo>
                  <a:pt x="240940" y="129480"/>
                  <a:pt x="241155" y="133569"/>
                  <a:pt x="241155" y="137711"/>
                </a:cubicBezTo>
                <a:cubicBezTo>
                  <a:pt x="241155" y="141853"/>
                  <a:pt x="240886" y="145941"/>
                  <a:pt x="240456" y="149922"/>
                </a:cubicBezTo>
                <a:lnTo>
                  <a:pt x="269182" y="175474"/>
                </a:lnTo>
                <a:cubicBezTo>
                  <a:pt x="275314" y="180907"/>
                  <a:pt x="276713" y="189890"/>
                  <a:pt x="272678" y="196937"/>
                </a:cubicBezTo>
                <a:lnTo>
                  <a:pt x="256594" y="224802"/>
                </a:lnTo>
                <a:cubicBezTo>
                  <a:pt x="252506" y="231849"/>
                  <a:pt x="244006" y="235131"/>
                  <a:pt x="236260" y="232548"/>
                </a:cubicBezTo>
                <a:lnTo>
                  <a:pt x="199788" y="220445"/>
                </a:lnTo>
                <a:cubicBezTo>
                  <a:pt x="193279" y="225340"/>
                  <a:pt x="186179" y="229428"/>
                  <a:pt x="178648" y="232710"/>
                </a:cubicBezTo>
                <a:lnTo>
                  <a:pt x="170901" y="270311"/>
                </a:lnTo>
                <a:cubicBezTo>
                  <a:pt x="169234" y="278327"/>
                  <a:pt x="162187" y="284029"/>
                  <a:pt x="154064" y="284029"/>
                </a:cubicBezTo>
                <a:lnTo>
                  <a:pt x="121896" y="284029"/>
                </a:lnTo>
                <a:cubicBezTo>
                  <a:pt x="113719" y="284029"/>
                  <a:pt x="106672" y="278273"/>
                  <a:pt x="105058" y="270311"/>
                </a:cubicBezTo>
                <a:lnTo>
                  <a:pt x="97312" y="232710"/>
                </a:lnTo>
                <a:cubicBezTo>
                  <a:pt x="89727" y="229482"/>
                  <a:pt x="82680" y="225340"/>
                  <a:pt x="76171" y="220445"/>
                </a:cubicBezTo>
                <a:lnTo>
                  <a:pt x="39538" y="232548"/>
                </a:lnTo>
                <a:cubicBezTo>
                  <a:pt x="31792" y="235131"/>
                  <a:pt x="23292" y="231903"/>
                  <a:pt x="19204" y="224802"/>
                </a:cubicBezTo>
                <a:lnTo>
                  <a:pt x="3120" y="196937"/>
                </a:lnTo>
                <a:cubicBezTo>
                  <a:pt x="-968" y="189837"/>
                  <a:pt x="484" y="180907"/>
                  <a:pt x="6617" y="175474"/>
                </a:cubicBezTo>
                <a:lnTo>
                  <a:pt x="35342" y="149922"/>
                </a:lnTo>
                <a:cubicBezTo>
                  <a:pt x="34858" y="145941"/>
                  <a:pt x="34643" y="141853"/>
                  <a:pt x="34643" y="137711"/>
                </a:cubicBezTo>
                <a:cubicBezTo>
                  <a:pt x="34643" y="133569"/>
                  <a:pt x="34912" y="129480"/>
                  <a:pt x="35342" y="125500"/>
                </a:cubicBezTo>
                <a:lnTo>
                  <a:pt x="6617" y="99948"/>
                </a:lnTo>
                <a:cubicBezTo>
                  <a:pt x="484" y="94515"/>
                  <a:pt x="-914" y="85531"/>
                  <a:pt x="3120" y="78484"/>
                </a:cubicBezTo>
                <a:lnTo>
                  <a:pt x="19204" y="50619"/>
                </a:lnTo>
                <a:cubicBezTo>
                  <a:pt x="23292" y="43519"/>
                  <a:pt x="31792" y="40291"/>
                  <a:pt x="39538" y="42873"/>
                </a:cubicBezTo>
                <a:lnTo>
                  <a:pt x="76010" y="54977"/>
                </a:lnTo>
                <a:cubicBezTo>
                  <a:pt x="82519" y="50082"/>
                  <a:pt x="89620" y="45993"/>
                  <a:pt x="97151" y="42712"/>
                </a:cubicBezTo>
                <a:lnTo>
                  <a:pt x="104951" y="5110"/>
                </a:lnTo>
                <a:close/>
                <a:moveTo>
                  <a:pt x="137872" y="180745"/>
                </a:moveTo>
                <a:cubicBezTo>
                  <a:pt x="153247" y="180688"/>
                  <a:pt x="167423" y="172432"/>
                  <a:pt x="175061" y="159088"/>
                </a:cubicBezTo>
                <a:cubicBezTo>
                  <a:pt x="182698" y="145745"/>
                  <a:pt x="182637" y="129340"/>
                  <a:pt x="174899" y="116054"/>
                </a:cubicBezTo>
                <a:cubicBezTo>
                  <a:pt x="167162" y="102768"/>
                  <a:pt x="152924" y="94619"/>
                  <a:pt x="137549" y="94676"/>
                </a:cubicBezTo>
                <a:cubicBezTo>
                  <a:pt x="122175" y="94734"/>
                  <a:pt x="107999" y="102989"/>
                  <a:pt x="100361" y="116333"/>
                </a:cubicBezTo>
                <a:cubicBezTo>
                  <a:pt x="92724" y="129677"/>
                  <a:pt x="92785" y="146082"/>
                  <a:pt x="100522" y="159368"/>
                </a:cubicBezTo>
                <a:cubicBezTo>
                  <a:pt x="108260" y="172654"/>
                  <a:pt x="122497" y="180803"/>
                  <a:pt x="137872" y="180745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0843" y="2129928"/>
            <a:ext cx="247879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0843" y="2497157"/>
            <a:ext cx="2451253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First-time configuration takes just 5 minutes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0843" y="3011277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0684" y="3112265"/>
            <a:ext cx="112464" cy="128530"/>
          </a:xfrm>
          <a:custGeom>
            <a:avLst/>
            <a:gdLst/>
            <a:ahLst/>
            <a:cxnLst/>
            <a:rect l="l" t="t" r="r" b="b"/>
            <a:pathLst>
              <a:path w="112464" h="128530">
                <a:moveTo>
                  <a:pt x="64265" y="8033"/>
                </a:moveTo>
                <a:cubicBezTo>
                  <a:pt x="64265" y="3590"/>
                  <a:pt x="60675" y="0"/>
                  <a:pt x="56232" y="0"/>
                </a:cubicBezTo>
                <a:cubicBezTo>
                  <a:pt x="51789" y="0"/>
                  <a:pt x="48199" y="3590"/>
                  <a:pt x="48199" y="8033"/>
                </a:cubicBezTo>
                <a:lnTo>
                  <a:pt x="48199" y="60926"/>
                </a:lnTo>
                <a:lnTo>
                  <a:pt x="37806" y="50533"/>
                </a:lnTo>
                <a:cubicBezTo>
                  <a:pt x="34668" y="47395"/>
                  <a:pt x="29572" y="47395"/>
                  <a:pt x="26434" y="50533"/>
                </a:cubicBezTo>
                <a:cubicBezTo>
                  <a:pt x="23296" y="53671"/>
                  <a:pt x="23296" y="58767"/>
                  <a:pt x="26434" y="61905"/>
                </a:cubicBezTo>
                <a:lnTo>
                  <a:pt x="50533" y="86005"/>
                </a:lnTo>
                <a:cubicBezTo>
                  <a:pt x="53671" y="89143"/>
                  <a:pt x="58767" y="89143"/>
                  <a:pt x="61905" y="86005"/>
                </a:cubicBezTo>
                <a:lnTo>
                  <a:pt x="86005" y="61905"/>
                </a:lnTo>
                <a:cubicBezTo>
                  <a:pt x="89143" y="58767"/>
                  <a:pt x="89143" y="53671"/>
                  <a:pt x="86005" y="50533"/>
                </a:cubicBezTo>
                <a:cubicBezTo>
                  <a:pt x="82867" y="47395"/>
                  <a:pt x="77771" y="47395"/>
                  <a:pt x="74633" y="50533"/>
                </a:cubicBezTo>
                <a:lnTo>
                  <a:pt x="64265" y="60926"/>
                </a:lnTo>
                <a:lnTo>
                  <a:pt x="64265" y="8033"/>
                </a:lnTo>
                <a:close/>
                <a:moveTo>
                  <a:pt x="16066" y="80331"/>
                </a:moveTo>
                <a:cubicBezTo>
                  <a:pt x="7205" y="80331"/>
                  <a:pt x="0" y="87536"/>
                  <a:pt x="0" y="96398"/>
                </a:cubicBezTo>
                <a:lnTo>
                  <a:pt x="0" y="104431"/>
                </a:lnTo>
                <a:cubicBezTo>
                  <a:pt x="0" y="113292"/>
                  <a:pt x="7205" y="120497"/>
                  <a:pt x="16066" y="120497"/>
                </a:cubicBezTo>
                <a:lnTo>
                  <a:pt x="96398" y="120497"/>
                </a:lnTo>
                <a:cubicBezTo>
                  <a:pt x="105259" y="120497"/>
                  <a:pt x="112464" y="113292"/>
                  <a:pt x="112464" y="104431"/>
                </a:cubicBezTo>
                <a:lnTo>
                  <a:pt x="112464" y="96398"/>
                </a:lnTo>
                <a:cubicBezTo>
                  <a:pt x="112464" y="87536"/>
                  <a:pt x="105259" y="80331"/>
                  <a:pt x="96398" y="80331"/>
                </a:cubicBezTo>
                <a:lnTo>
                  <a:pt x="84624" y="80331"/>
                </a:lnTo>
                <a:lnTo>
                  <a:pt x="70415" y="94540"/>
                </a:lnTo>
                <a:cubicBezTo>
                  <a:pt x="62583" y="102372"/>
                  <a:pt x="49856" y="102372"/>
                  <a:pt x="42023" y="94540"/>
                </a:cubicBezTo>
                <a:lnTo>
                  <a:pt x="27840" y="80331"/>
                </a:lnTo>
                <a:lnTo>
                  <a:pt x="16066" y="80331"/>
                </a:lnTo>
                <a:close/>
                <a:moveTo>
                  <a:pt x="92381" y="94389"/>
                </a:moveTo>
                <a:cubicBezTo>
                  <a:pt x="95706" y="94389"/>
                  <a:pt x="98406" y="97089"/>
                  <a:pt x="98406" y="100414"/>
                </a:cubicBezTo>
                <a:cubicBezTo>
                  <a:pt x="98406" y="103739"/>
                  <a:pt x="95706" y="106439"/>
                  <a:pt x="92381" y="106439"/>
                </a:cubicBezTo>
                <a:cubicBezTo>
                  <a:pt x="89056" y="106439"/>
                  <a:pt x="86356" y="103739"/>
                  <a:pt x="86356" y="100414"/>
                </a:cubicBezTo>
                <a:cubicBezTo>
                  <a:pt x="86356" y="97089"/>
                  <a:pt x="89056" y="94389"/>
                  <a:pt x="92381" y="9438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8398" y="3084723"/>
            <a:ext cx="651831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 app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0843" y="3415229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2651" y="3516217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40216" y="6276"/>
                </a:moveTo>
                <a:cubicBezTo>
                  <a:pt x="38233" y="1531"/>
                  <a:pt x="33061" y="-979"/>
                  <a:pt x="28141" y="351"/>
                </a:cubicBezTo>
                <a:lnTo>
                  <a:pt x="26760" y="728"/>
                </a:lnTo>
                <a:cubicBezTo>
                  <a:pt x="10543" y="5146"/>
                  <a:pt x="-3314" y="20861"/>
                  <a:pt x="728" y="39990"/>
                </a:cubicBezTo>
                <a:cubicBezTo>
                  <a:pt x="10041" y="83921"/>
                  <a:pt x="44609" y="118489"/>
                  <a:pt x="88540" y="127802"/>
                </a:cubicBezTo>
                <a:cubicBezTo>
                  <a:pt x="107694" y="131869"/>
                  <a:pt x="123384" y="117987"/>
                  <a:pt x="127802" y="101770"/>
                </a:cubicBezTo>
                <a:lnTo>
                  <a:pt x="128179" y="100389"/>
                </a:lnTo>
                <a:cubicBezTo>
                  <a:pt x="129534" y="95444"/>
                  <a:pt x="126999" y="90272"/>
                  <a:pt x="122279" y="88314"/>
                </a:cubicBezTo>
                <a:lnTo>
                  <a:pt x="97854" y="78147"/>
                </a:lnTo>
                <a:cubicBezTo>
                  <a:pt x="93712" y="76415"/>
                  <a:pt x="88917" y="77620"/>
                  <a:pt x="86055" y="81110"/>
                </a:cubicBezTo>
                <a:lnTo>
                  <a:pt x="76365" y="92958"/>
                </a:lnTo>
                <a:cubicBezTo>
                  <a:pt x="58717" y="84197"/>
                  <a:pt x="44509" y="69537"/>
                  <a:pt x="36350" y="51538"/>
                </a:cubicBezTo>
                <a:lnTo>
                  <a:pt x="47446" y="42500"/>
                </a:lnTo>
                <a:cubicBezTo>
                  <a:pt x="50935" y="39664"/>
                  <a:pt x="52115" y="34869"/>
                  <a:pt x="50408" y="30702"/>
                </a:cubicBezTo>
                <a:lnTo>
                  <a:pt x="40216" y="627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8398" y="3488675"/>
            <a:ext cx="1331205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caregiver number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0843" y="3819181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2651" y="3920169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37429" y="16267"/>
                </a:moveTo>
                <a:lnTo>
                  <a:pt x="34819" y="24099"/>
                </a:lnTo>
                <a:lnTo>
                  <a:pt x="16066" y="24099"/>
                </a:lnTo>
                <a:cubicBezTo>
                  <a:pt x="7205" y="24099"/>
                  <a:pt x="0" y="31304"/>
                  <a:pt x="0" y="40166"/>
                </a:cubicBezTo>
                <a:lnTo>
                  <a:pt x="0" y="104431"/>
                </a:lnTo>
                <a:cubicBezTo>
                  <a:pt x="0" y="113292"/>
                  <a:pt x="7205" y="120497"/>
                  <a:pt x="16066" y="120497"/>
                </a:cubicBezTo>
                <a:lnTo>
                  <a:pt x="112464" y="120497"/>
                </a:lnTo>
                <a:cubicBezTo>
                  <a:pt x="121325" y="120497"/>
                  <a:pt x="128530" y="113292"/>
                  <a:pt x="128530" y="104431"/>
                </a:cubicBezTo>
                <a:lnTo>
                  <a:pt x="128530" y="40166"/>
                </a:lnTo>
                <a:cubicBezTo>
                  <a:pt x="128530" y="31304"/>
                  <a:pt x="121325" y="24099"/>
                  <a:pt x="112464" y="24099"/>
                </a:cubicBezTo>
                <a:lnTo>
                  <a:pt x="93712" y="24099"/>
                </a:lnTo>
                <a:lnTo>
                  <a:pt x="91101" y="16267"/>
                </a:lnTo>
                <a:cubicBezTo>
                  <a:pt x="89469" y="11347"/>
                  <a:pt x="84875" y="8033"/>
                  <a:pt x="79679" y="8033"/>
                </a:cubicBezTo>
                <a:lnTo>
                  <a:pt x="48851" y="8033"/>
                </a:lnTo>
                <a:cubicBezTo>
                  <a:pt x="43655" y="8033"/>
                  <a:pt x="39061" y="11347"/>
                  <a:pt x="37429" y="16267"/>
                </a:cubicBezTo>
                <a:close/>
                <a:moveTo>
                  <a:pt x="64265" y="48199"/>
                </a:moveTo>
                <a:cubicBezTo>
                  <a:pt x="77566" y="48199"/>
                  <a:pt x="88364" y="58997"/>
                  <a:pt x="88364" y="72298"/>
                </a:cubicBezTo>
                <a:cubicBezTo>
                  <a:pt x="88364" y="85599"/>
                  <a:pt x="77566" y="96398"/>
                  <a:pt x="64265" y="96398"/>
                </a:cubicBezTo>
                <a:cubicBezTo>
                  <a:pt x="50964" y="96398"/>
                  <a:pt x="40166" y="85599"/>
                  <a:pt x="40166" y="72298"/>
                </a:cubicBezTo>
                <a:cubicBezTo>
                  <a:pt x="40166" y="58997"/>
                  <a:pt x="50964" y="48199"/>
                  <a:pt x="64265" y="4819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58398" y="3892627"/>
            <a:ext cx="1505639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Grant camera permission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0843" y="4223133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2651" y="4324120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64265" y="128530"/>
                </a:moveTo>
                <a:cubicBezTo>
                  <a:pt x="99734" y="128530"/>
                  <a:pt x="128530" y="99734"/>
                  <a:pt x="128530" y="64265"/>
                </a:cubicBezTo>
                <a:cubicBezTo>
                  <a:pt x="128530" y="28796"/>
                  <a:pt x="99734" y="0"/>
                  <a:pt x="64265" y="0"/>
                </a:cubicBezTo>
                <a:cubicBezTo>
                  <a:pt x="28796" y="0"/>
                  <a:pt x="0" y="28796"/>
                  <a:pt x="0" y="64265"/>
                </a:cubicBezTo>
                <a:cubicBezTo>
                  <a:pt x="0" y="99734"/>
                  <a:pt x="28796" y="128530"/>
                  <a:pt x="64265" y="128530"/>
                </a:cubicBezTo>
                <a:close/>
                <a:moveTo>
                  <a:pt x="85452" y="53395"/>
                </a:moveTo>
                <a:lnTo>
                  <a:pt x="65370" y="85528"/>
                </a:lnTo>
                <a:cubicBezTo>
                  <a:pt x="64315" y="87210"/>
                  <a:pt x="62508" y="88264"/>
                  <a:pt x="60525" y="88364"/>
                </a:cubicBezTo>
                <a:cubicBezTo>
                  <a:pt x="58541" y="88465"/>
                  <a:pt x="56634" y="87561"/>
                  <a:pt x="55454" y="85955"/>
                </a:cubicBezTo>
                <a:lnTo>
                  <a:pt x="43404" y="69888"/>
                </a:lnTo>
                <a:cubicBezTo>
                  <a:pt x="41396" y="67227"/>
                  <a:pt x="41948" y="63462"/>
                  <a:pt x="44609" y="61453"/>
                </a:cubicBezTo>
                <a:cubicBezTo>
                  <a:pt x="47270" y="59445"/>
                  <a:pt x="51035" y="59997"/>
                  <a:pt x="53044" y="62658"/>
                </a:cubicBezTo>
                <a:lnTo>
                  <a:pt x="59822" y="71696"/>
                </a:lnTo>
                <a:lnTo>
                  <a:pt x="75235" y="47019"/>
                </a:lnTo>
                <a:cubicBezTo>
                  <a:pt x="76993" y="44207"/>
                  <a:pt x="80708" y="43329"/>
                  <a:pt x="83545" y="45111"/>
                </a:cubicBezTo>
                <a:cubicBezTo>
                  <a:pt x="86381" y="46893"/>
                  <a:pt x="87235" y="50584"/>
                  <a:pt x="85452" y="5342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8398" y="4296578"/>
            <a:ext cx="963976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Ready to detect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0843" y="4705120"/>
            <a:ext cx="2386988" cy="9181"/>
          </a:xfrm>
          <a:custGeom>
            <a:avLst/>
            <a:gdLst/>
            <a:ahLst/>
            <a:cxnLst/>
            <a:rect l="l" t="t" r="r" b="b"/>
            <a:pathLst>
              <a:path w="2386988" h="9181">
                <a:moveTo>
                  <a:pt x="0" y="0"/>
                </a:moveTo>
                <a:lnTo>
                  <a:pt x="2386988" y="0"/>
                </a:lnTo>
                <a:lnTo>
                  <a:pt x="2386988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5759" y="4856602"/>
            <a:ext cx="2497157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min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8337" y="1285301"/>
            <a:ext cx="2754217" cy="4048699"/>
          </a:xfrm>
          <a:custGeom>
            <a:avLst/>
            <a:gdLst/>
            <a:ahLst/>
            <a:cxnLst/>
            <a:rect l="l" t="t" r="r" b="b"/>
            <a:pathLst>
              <a:path w="2754217" h="4048699">
                <a:moveTo>
                  <a:pt x="146882" y="0"/>
                </a:moveTo>
                <a:lnTo>
                  <a:pt x="2607334" y="0"/>
                </a:lnTo>
                <a:cubicBezTo>
                  <a:pt x="2688455" y="0"/>
                  <a:pt x="2754217" y="65761"/>
                  <a:pt x="2754217" y="146882"/>
                </a:cubicBezTo>
                <a:lnTo>
                  <a:pt x="2754217" y="3901816"/>
                </a:lnTo>
                <a:cubicBezTo>
                  <a:pt x="2754217" y="3982937"/>
                  <a:pt x="2688455" y="4048699"/>
                  <a:pt x="2607334" y="4048699"/>
                </a:cubicBezTo>
                <a:lnTo>
                  <a:pt x="146882" y="4048699"/>
                </a:lnTo>
                <a:cubicBezTo>
                  <a:pt x="65761" y="4048699"/>
                  <a:pt x="0" y="3982937"/>
                  <a:pt x="0" y="3901816"/>
                </a:cubicBezTo>
                <a:lnTo>
                  <a:pt x="0" y="146882"/>
                </a:lnTo>
                <a:cubicBezTo>
                  <a:pt x="0" y="65816"/>
                  <a:pt x="65816" y="0"/>
                  <a:pt x="146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0">
                <a:srgbClr val="FFFFFF"/>
              </a:gs>
              <a:gs pos="100000">
                <a:srgbClr val="059669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51952" y="1468916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32410" y="1560723"/>
            <a:ext cx="29378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14172" y="1588265"/>
            <a:ext cx="309849" cy="275422"/>
          </a:xfrm>
          <a:custGeom>
            <a:avLst/>
            <a:gdLst/>
            <a:ahLst/>
            <a:cxnLst/>
            <a:rect l="l" t="t" r="r" b="b"/>
            <a:pathLst>
              <a:path w="309849" h="275422">
                <a:moveTo>
                  <a:pt x="154925" y="17214"/>
                </a:moveTo>
                <a:cubicBezTo>
                  <a:pt x="111460" y="17214"/>
                  <a:pt x="76655" y="37010"/>
                  <a:pt x="51319" y="60571"/>
                </a:cubicBezTo>
                <a:cubicBezTo>
                  <a:pt x="26144" y="83971"/>
                  <a:pt x="9306" y="111890"/>
                  <a:pt x="1291" y="131094"/>
                </a:cubicBezTo>
                <a:cubicBezTo>
                  <a:pt x="-484" y="135344"/>
                  <a:pt x="-484" y="140078"/>
                  <a:pt x="1291" y="144327"/>
                </a:cubicBezTo>
                <a:cubicBezTo>
                  <a:pt x="9306" y="163532"/>
                  <a:pt x="26144" y="191504"/>
                  <a:pt x="51319" y="214850"/>
                </a:cubicBezTo>
                <a:cubicBezTo>
                  <a:pt x="76655" y="238358"/>
                  <a:pt x="111460" y="258208"/>
                  <a:pt x="154925" y="258208"/>
                </a:cubicBezTo>
                <a:cubicBezTo>
                  <a:pt x="198390" y="258208"/>
                  <a:pt x="233194" y="238412"/>
                  <a:pt x="258531" y="214850"/>
                </a:cubicBezTo>
                <a:cubicBezTo>
                  <a:pt x="283706" y="191450"/>
                  <a:pt x="300543" y="163532"/>
                  <a:pt x="308558" y="144327"/>
                </a:cubicBezTo>
                <a:cubicBezTo>
                  <a:pt x="310334" y="140078"/>
                  <a:pt x="310334" y="135344"/>
                  <a:pt x="308558" y="131094"/>
                </a:cubicBezTo>
                <a:cubicBezTo>
                  <a:pt x="300543" y="111890"/>
                  <a:pt x="283706" y="83918"/>
                  <a:pt x="258531" y="60571"/>
                </a:cubicBezTo>
                <a:cubicBezTo>
                  <a:pt x="233194" y="37064"/>
                  <a:pt x="198390" y="17214"/>
                  <a:pt x="154925" y="17214"/>
                </a:cubicBezTo>
                <a:close/>
                <a:moveTo>
                  <a:pt x="77462" y="137711"/>
                </a:moveTo>
                <a:cubicBezTo>
                  <a:pt x="77462" y="94958"/>
                  <a:pt x="112172" y="60248"/>
                  <a:pt x="154925" y="60248"/>
                </a:cubicBezTo>
                <a:cubicBezTo>
                  <a:pt x="197677" y="60248"/>
                  <a:pt x="232387" y="94958"/>
                  <a:pt x="232387" y="137711"/>
                </a:cubicBezTo>
                <a:cubicBezTo>
                  <a:pt x="232387" y="180463"/>
                  <a:pt x="197677" y="215173"/>
                  <a:pt x="154925" y="215173"/>
                </a:cubicBezTo>
                <a:cubicBezTo>
                  <a:pt x="112172" y="215173"/>
                  <a:pt x="77462" y="180463"/>
                  <a:pt x="77462" y="137711"/>
                </a:cubicBezTo>
                <a:close/>
                <a:moveTo>
                  <a:pt x="154925" y="103283"/>
                </a:moveTo>
                <a:cubicBezTo>
                  <a:pt x="154925" y="122272"/>
                  <a:pt x="139486" y="137711"/>
                  <a:pt x="120497" y="137711"/>
                </a:cubicBezTo>
                <a:cubicBezTo>
                  <a:pt x="114311" y="137711"/>
                  <a:pt x="108501" y="136097"/>
                  <a:pt x="103445" y="133192"/>
                </a:cubicBezTo>
                <a:cubicBezTo>
                  <a:pt x="102907" y="139056"/>
                  <a:pt x="103391" y="145081"/>
                  <a:pt x="105005" y="151052"/>
                </a:cubicBezTo>
                <a:cubicBezTo>
                  <a:pt x="112374" y="178594"/>
                  <a:pt x="140723" y="194947"/>
                  <a:pt x="168265" y="187577"/>
                </a:cubicBezTo>
                <a:cubicBezTo>
                  <a:pt x="195808" y="180208"/>
                  <a:pt x="212161" y="151858"/>
                  <a:pt x="204791" y="124316"/>
                </a:cubicBezTo>
                <a:cubicBezTo>
                  <a:pt x="198228" y="99733"/>
                  <a:pt x="174936" y="84079"/>
                  <a:pt x="150406" y="86231"/>
                </a:cubicBezTo>
                <a:cubicBezTo>
                  <a:pt x="153257" y="91233"/>
                  <a:pt x="154925" y="97043"/>
                  <a:pt x="154925" y="103283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51952" y="2129928"/>
            <a:ext cx="247879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Monitor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51952" y="2497157"/>
            <a:ext cx="2451253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 background monitoring with minimal battery impact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51952" y="3011277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559825" y="3112265"/>
            <a:ext cx="96398" cy="128530"/>
          </a:xfrm>
          <a:custGeom>
            <a:avLst/>
            <a:gdLst/>
            <a:ahLst/>
            <a:cxnLst/>
            <a:rect l="l" t="t" r="r" b="b"/>
            <a:pathLst>
              <a:path w="96398" h="128530">
                <a:moveTo>
                  <a:pt x="4017" y="16066"/>
                </a:moveTo>
                <a:cubicBezTo>
                  <a:pt x="4017" y="7205"/>
                  <a:pt x="11221" y="0"/>
                  <a:pt x="20083" y="0"/>
                </a:cubicBezTo>
                <a:lnTo>
                  <a:pt x="76315" y="0"/>
                </a:lnTo>
                <a:cubicBezTo>
                  <a:pt x="85176" y="0"/>
                  <a:pt x="92381" y="7205"/>
                  <a:pt x="92381" y="16066"/>
                </a:cubicBezTo>
                <a:lnTo>
                  <a:pt x="92381" y="112464"/>
                </a:lnTo>
                <a:cubicBezTo>
                  <a:pt x="92381" y="121325"/>
                  <a:pt x="85176" y="128530"/>
                  <a:pt x="76315" y="128530"/>
                </a:cubicBezTo>
                <a:lnTo>
                  <a:pt x="20083" y="128530"/>
                </a:lnTo>
                <a:cubicBezTo>
                  <a:pt x="11221" y="128530"/>
                  <a:pt x="4017" y="121325"/>
                  <a:pt x="4017" y="112464"/>
                </a:cubicBezTo>
                <a:lnTo>
                  <a:pt x="4017" y="16066"/>
                </a:lnTo>
                <a:close/>
                <a:moveTo>
                  <a:pt x="20083" y="16066"/>
                </a:moveTo>
                <a:lnTo>
                  <a:pt x="20083" y="92381"/>
                </a:lnTo>
                <a:lnTo>
                  <a:pt x="76315" y="92381"/>
                </a:lnTo>
                <a:lnTo>
                  <a:pt x="76315" y="16066"/>
                </a:lnTo>
                <a:lnTo>
                  <a:pt x="20083" y="16066"/>
                </a:lnTo>
                <a:close/>
                <a:moveTo>
                  <a:pt x="48199" y="118489"/>
                </a:moveTo>
                <a:cubicBezTo>
                  <a:pt x="52642" y="118489"/>
                  <a:pt x="56232" y="114899"/>
                  <a:pt x="56232" y="110456"/>
                </a:cubicBezTo>
                <a:cubicBezTo>
                  <a:pt x="56232" y="106012"/>
                  <a:pt x="52642" y="102422"/>
                  <a:pt x="48199" y="102422"/>
                </a:cubicBezTo>
                <a:cubicBezTo>
                  <a:pt x="43755" y="102422"/>
                  <a:pt x="40166" y="106012"/>
                  <a:pt x="40166" y="110456"/>
                </a:cubicBezTo>
                <a:cubicBezTo>
                  <a:pt x="40166" y="114899"/>
                  <a:pt x="43755" y="118489"/>
                  <a:pt x="48199" y="11848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59506" y="3084723"/>
            <a:ext cx="1211855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Runs in background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51952" y="3415229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535726" y="3516217"/>
            <a:ext cx="144596" cy="128530"/>
          </a:xfrm>
          <a:custGeom>
            <a:avLst/>
            <a:gdLst/>
            <a:ahLst/>
            <a:cxnLst/>
            <a:rect l="l" t="t" r="r" b="b"/>
            <a:pathLst>
              <a:path w="144596" h="128530">
                <a:moveTo>
                  <a:pt x="24099" y="16066"/>
                </a:moveTo>
                <a:cubicBezTo>
                  <a:pt x="15238" y="16066"/>
                  <a:pt x="8033" y="23271"/>
                  <a:pt x="8033" y="32133"/>
                </a:cubicBezTo>
                <a:lnTo>
                  <a:pt x="8033" y="96398"/>
                </a:lnTo>
                <a:cubicBezTo>
                  <a:pt x="8033" y="105259"/>
                  <a:pt x="15238" y="112464"/>
                  <a:pt x="24099" y="112464"/>
                </a:cubicBezTo>
                <a:lnTo>
                  <a:pt x="88364" y="112464"/>
                </a:lnTo>
                <a:cubicBezTo>
                  <a:pt x="97226" y="112464"/>
                  <a:pt x="104431" y="105259"/>
                  <a:pt x="104431" y="96398"/>
                </a:cubicBezTo>
                <a:lnTo>
                  <a:pt x="104431" y="32133"/>
                </a:lnTo>
                <a:cubicBezTo>
                  <a:pt x="104431" y="23271"/>
                  <a:pt x="97226" y="16066"/>
                  <a:pt x="88364" y="16066"/>
                </a:cubicBezTo>
                <a:lnTo>
                  <a:pt x="24099" y="16066"/>
                </a:lnTo>
                <a:close/>
                <a:moveTo>
                  <a:pt x="116480" y="84348"/>
                </a:moveTo>
                <a:lnTo>
                  <a:pt x="134932" y="99109"/>
                </a:lnTo>
                <a:cubicBezTo>
                  <a:pt x="135986" y="99962"/>
                  <a:pt x="137291" y="100414"/>
                  <a:pt x="138647" y="100414"/>
                </a:cubicBezTo>
                <a:cubicBezTo>
                  <a:pt x="141935" y="100414"/>
                  <a:pt x="144596" y="97753"/>
                  <a:pt x="144596" y="94465"/>
                </a:cubicBezTo>
                <a:lnTo>
                  <a:pt x="144596" y="34066"/>
                </a:lnTo>
                <a:cubicBezTo>
                  <a:pt x="144596" y="30777"/>
                  <a:pt x="141935" y="28116"/>
                  <a:pt x="138647" y="28116"/>
                </a:cubicBezTo>
                <a:cubicBezTo>
                  <a:pt x="137291" y="28116"/>
                  <a:pt x="135986" y="28568"/>
                  <a:pt x="134932" y="29421"/>
                </a:cubicBezTo>
                <a:lnTo>
                  <a:pt x="116480" y="44182"/>
                </a:lnTo>
                <a:lnTo>
                  <a:pt x="116480" y="843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59506" y="3488675"/>
            <a:ext cx="148727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pose detection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51952" y="3819181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527693" y="3920169"/>
            <a:ext cx="160663" cy="128530"/>
          </a:xfrm>
          <a:custGeom>
            <a:avLst/>
            <a:gdLst/>
            <a:ahLst/>
            <a:cxnLst/>
            <a:rect l="l" t="t" r="r" b="b"/>
            <a:pathLst>
              <a:path w="160663" h="128530">
                <a:moveTo>
                  <a:pt x="132547" y="32133"/>
                </a:moveTo>
                <a:cubicBezTo>
                  <a:pt x="134756" y="32133"/>
                  <a:pt x="136563" y="33940"/>
                  <a:pt x="136563" y="36149"/>
                </a:cubicBezTo>
                <a:lnTo>
                  <a:pt x="136563" y="92381"/>
                </a:lnTo>
                <a:cubicBezTo>
                  <a:pt x="136563" y="94590"/>
                  <a:pt x="134756" y="96398"/>
                  <a:pt x="132547" y="96398"/>
                </a:cubicBezTo>
                <a:lnTo>
                  <a:pt x="28116" y="96398"/>
                </a:lnTo>
                <a:cubicBezTo>
                  <a:pt x="25907" y="96398"/>
                  <a:pt x="24099" y="94590"/>
                  <a:pt x="24099" y="92381"/>
                </a:cubicBezTo>
                <a:lnTo>
                  <a:pt x="24099" y="36149"/>
                </a:lnTo>
                <a:cubicBezTo>
                  <a:pt x="24099" y="33940"/>
                  <a:pt x="25907" y="32133"/>
                  <a:pt x="28116" y="32133"/>
                </a:cubicBezTo>
                <a:lnTo>
                  <a:pt x="132547" y="32133"/>
                </a:lnTo>
                <a:close/>
                <a:moveTo>
                  <a:pt x="28116" y="16066"/>
                </a:moveTo>
                <a:cubicBezTo>
                  <a:pt x="17020" y="16066"/>
                  <a:pt x="8033" y="25053"/>
                  <a:pt x="8033" y="36149"/>
                </a:cubicBezTo>
                <a:lnTo>
                  <a:pt x="8033" y="92381"/>
                </a:lnTo>
                <a:cubicBezTo>
                  <a:pt x="8033" y="103477"/>
                  <a:pt x="17020" y="112464"/>
                  <a:pt x="28116" y="112464"/>
                </a:cubicBezTo>
                <a:lnTo>
                  <a:pt x="132547" y="112464"/>
                </a:lnTo>
                <a:cubicBezTo>
                  <a:pt x="143642" y="112464"/>
                  <a:pt x="152630" y="103477"/>
                  <a:pt x="152630" y="92381"/>
                </a:cubicBezTo>
                <a:lnTo>
                  <a:pt x="152630" y="80331"/>
                </a:lnTo>
                <a:cubicBezTo>
                  <a:pt x="157073" y="80331"/>
                  <a:pt x="160663" y="76742"/>
                  <a:pt x="160663" y="72298"/>
                </a:cubicBezTo>
                <a:lnTo>
                  <a:pt x="160663" y="56232"/>
                </a:lnTo>
                <a:cubicBezTo>
                  <a:pt x="160663" y="51789"/>
                  <a:pt x="157073" y="48199"/>
                  <a:pt x="152630" y="48199"/>
                </a:cubicBezTo>
                <a:lnTo>
                  <a:pt x="152630" y="36149"/>
                </a:lnTo>
                <a:cubicBezTo>
                  <a:pt x="152630" y="25053"/>
                  <a:pt x="143642" y="16066"/>
                  <a:pt x="132547" y="16066"/>
                </a:cubicBezTo>
                <a:lnTo>
                  <a:pt x="28116" y="16066"/>
                </a:lnTo>
                <a:close/>
                <a:moveTo>
                  <a:pt x="42174" y="44182"/>
                </a:moveTo>
                <a:cubicBezTo>
                  <a:pt x="38835" y="44182"/>
                  <a:pt x="36149" y="46868"/>
                  <a:pt x="36149" y="50207"/>
                </a:cubicBezTo>
                <a:lnTo>
                  <a:pt x="36149" y="78323"/>
                </a:lnTo>
                <a:cubicBezTo>
                  <a:pt x="36149" y="81662"/>
                  <a:pt x="38835" y="84348"/>
                  <a:pt x="42174" y="84348"/>
                </a:cubicBezTo>
                <a:lnTo>
                  <a:pt x="78323" y="84348"/>
                </a:lnTo>
                <a:cubicBezTo>
                  <a:pt x="81662" y="84348"/>
                  <a:pt x="84348" y="81662"/>
                  <a:pt x="84348" y="78323"/>
                </a:cubicBezTo>
                <a:lnTo>
                  <a:pt x="84348" y="50207"/>
                </a:lnTo>
                <a:cubicBezTo>
                  <a:pt x="84348" y="46868"/>
                  <a:pt x="81662" y="44182"/>
                  <a:pt x="78323" y="44182"/>
                </a:cubicBezTo>
                <a:lnTo>
                  <a:pt x="42174" y="4418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759506" y="3892627"/>
            <a:ext cx="1046602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&lt;2% battery/hour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51952" y="4223133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535726" y="4324120"/>
            <a:ext cx="144596" cy="128530"/>
          </a:xfrm>
          <a:custGeom>
            <a:avLst/>
            <a:gdLst/>
            <a:ahLst/>
            <a:cxnLst/>
            <a:rect l="l" t="t" r="r" b="b"/>
            <a:pathLst>
              <a:path w="144596" h="128530">
                <a:moveTo>
                  <a:pt x="72298" y="24099"/>
                </a:moveTo>
                <a:cubicBezTo>
                  <a:pt x="49479" y="24099"/>
                  <a:pt x="28819" y="33137"/>
                  <a:pt x="13631" y="47847"/>
                </a:cubicBezTo>
                <a:cubicBezTo>
                  <a:pt x="10443" y="50935"/>
                  <a:pt x="5347" y="50860"/>
                  <a:pt x="2284" y="47672"/>
                </a:cubicBezTo>
                <a:cubicBezTo>
                  <a:pt x="-778" y="44483"/>
                  <a:pt x="-728" y="39387"/>
                  <a:pt x="2460" y="36325"/>
                </a:cubicBezTo>
                <a:cubicBezTo>
                  <a:pt x="20510" y="18803"/>
                  <a:pt x="45161" y="8033"/>
                  <a:pt x="72298" y="8033"/>
                </a:cubicBezTo>
                <a:cubicBezTo>
                  <a:pt x="99435" y="8033"/>
                  <a:pt x="124087" y="18803"/>
                  <a:pt x="142161" y="36325"/>
                </a:cubicBezTo>
                <a:cubicBezTo>
                  <a:pt x="145349" y="39413"/>
                  <a:pt x="145425" y="44509"/>
                  <a:pt x="142337" y="47672"/>
                </a:cubicBezTo>
                <a:cubicBezTo>
                  <a:pt x="139249" y="50835"/>
                  <a:pt x="134153" y="50935"/>
                  <a:pt x="130990" y="47847"/>
                </a:cubicBezTo>
                <a:cubicBezTo>
                  <a:pt x="115778" y="33137"/>
                  <a:pt x="95117" y="24099"/>
                  <a:pt x="72298" y="24099"/>
                </a:cubicBezTo>
                <a:close/>
                <a:moveTo>
                  <a:pt x="60248" y="108447"/>
                </a:moveTo>
                <a:cubicBezTo>
                  <a:pt x="60248" y="101797"/>
                  <a:pt x="65648" y="96398"/>
                  <a:pt x="72298" y="96398"/>
                </a:cubicBezTo>
                <a:cubicBezTo>
                  <a:pt x="78949" y="96398"/>
                  <a:pt x="84348" y="101797"/>
                  <a:pt x="84348" y="108447"/>
                </a:cubicBezTo>
                <a:cubicBezTo>
                  <a:pt x="84348" y="115098"/>
                  <a:pt x="78949" y="120497"/>
                  <a:pt x="72298" y="120497"/>
                </a:cubicBezTo>
                <a:cubicBezTo>
                  <a:pt x="65648" y="120497"/>
                  <a:pt x="60248" y="115098"/>
                  <a:pt x="60248" y="108447"/>
                </a:cubicBezTo>
                <a:close/>
                <a:moveTo>
                  <a:pt x="42174" y="81888"/>
                </a:moveTo>
                <a:cubicBezTo>
                  <a:pt x="39237" y="85227"/>
                  <a:pt x="34166" y="85528"/>
                  <a:pt x="30827" y="82591"/>
                </a:cubicBezTo>
                <a:cubicBezTo>
                  <a:pt x="27488" y="79654"/>
                  <a:pt x="27187" y="74583"/>
                  <a:pt x="30124" y="71244"/>
                </a:cubicBezTo>
                <a:cubicBezTo>
                  <a:pt x="40417" y="59596"/>
                  <a:pt x="55504" y="52215"/>
                  <a:pt x="72298" y="52215"/>
                </a:cubicBezTo>
                <a:cubicBezTo>
                  <a:pt x="89092" y="52215"/>
                  <a:pt x="104180" y="59596"/>
                  <a:pt x="114472" y="71244"/>
                </a:cubicBezTo>
                <a:cubicBezTo>
                  <a:pt x="117409" y="74583"/>
                  <a:pt x="117083" y="79654"/>
                  <a:pt x="113769" y="82591"/>
                </a:cubicBezTo>
                <a:cubicBezTo>
                  <a:pt x="110456" y="85528"/>
                  <a:pt x="105360" y="85201"/>
                  <a:pt x="102422" y="81888"/>
                </a:cubicBezTo>
                <a:cubicBezTo>
                  <a:pt x="95042" y="73528"/>
                  <a:pt x="84298" y="68282"/>
                  <a:pt x="72298" y="68282"/>
                </a:cubicBezTo>
                <a:cubicBezTo>
                  <a:pt x="60299" y="68282"/>
                  <a:pt x="49554" y="73528"/>
                  <a:pt x="42174" y="818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759506" y="4296578"/>
            <a:ext cx="80790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Works offline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451952" y="4705120"/>
            <a:ext cx="2386988" cy="9181"/>
          </a:xfrm>
          <a:custGeom>
            <a:avLst/>
            <a:gdLst/>
            <a:ahLst/>
            <a:cxnLst/>
            <a:rect l="l" t="t" r="r" b="b"/>
            <a:pathLst>
              <a:path w="2386988" h="9181">
                <a:moveTo>
                  <a:pt x="0" y="0"/>
                </a:moveTo>
                <a:lnTo>
                  <a:pt x="2386988" y="0"/>
                </a:lnTo>
                <a:lnTo>
                  <a:pt x="2386988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96867" y="4856602"/>
            <a:ext cx="2497157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Always 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9446" y="1285301"/>
            <a:ext cx="2754217" cy="4048699"/>
          </a:xfrm>
          <a:custGeom>
            <a:avLst/>
            <a:gdLst/>
            <a:ahLst/>
            <a:cxnLst/>
            <a:rect l="l" t="t" r="r" b="b"/>
            <a:pathLst>
              <a:path w="2754217" h="4048699">
                <a:moveTo>
                  <a:pt x="146882" y="0"/>
                </a:moveTo>
                <a:lnTo>
                  <a:pt x="2607334" y="0"/>
                </a:lnTo>
                <a:cubicBezTo>
                  <a:pt x="2688455" y="0"/>
                  <a:pt x="2754217" y="65761"/>
                  <a:pt x="2754217" y="146882"/>
                </a:cubicBezTo>
                <a:lnTo>
                  <a:pt x="2754217" y="3901816"/>
                </a:lnTo>
                <a:cubicBezTo>
                  <a:pt x="2754217" y="3982937"/>
                  <a:pt x="2688455" y="4048699"/>
                  <a:pt x="2607334" y="4048699"/>
                </a:cubicBezTo>
                <a:lnTo>
                  <a:pt x="146882" y="4048699"/>
                </a:lnTo>
                <a:cubicBezTo>
                  <a:pt x="65761" y="4048699"/>
                  <a:pt x="0" y="3982937"/>
                  <a:pt x="0" y="3901816"/>
                </a:cubicBezTo>
                <a:lnTo>
                  <a:pt x="0" y="146882"/>
                </a:lnTo>
                <a:cubicBezTo>
                  <a:pt x="0" y="65816"/>
                  <a:pt x="65816" y="0"/>
                  <a:pt x="146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8200DB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353060" y="1468916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33519" y="1560723"/>
            <a:ext cx="29378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32494" y="1588265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137711" y="0"/>
                </a:moveTo>
                <a:cubicBezTo>
                  <a:pt x="145618" y="0"/>
                  <a:pt x="152881" y="4357"/>
                  <a:pt x="156646" y="11297"/>
                </a:cubicBezTo>
                <a:lnTo>
                  <a:pt x="272840" y="226470"/>
                </a:lnTo>
                <a:cubicBezTo>
                  <a:pt x="276444" y="233140"/>
                  <a:pt x="276282" y="241209"/>
                  <a:pt x="272409" y="247718"/>
                </a:cubicBezTo>
                <a:cubicBezTo>
                  <a:pt x="268536" y="254227"/>
                  <a:pt x="261489" y="258208"/>
                  <a:pt x="253904" y="258208"/>
                </a:cubicBezTo>
                <a:lnTo>
                  <a:pt x="21517" y="258208"/>
                </a:lnTo>
                <a:cubicBezTo>
                  <a:pt x="13932" y="258208"/>
                  <a:pt x="6939" y="254227"/>
                  <a:pt x="3012" y="247718"/>
                </a:cubicBezTo>
                <a:cubicBezTo>
                  <a:pt x="-914" y="241209"/>
                  <a:pt x="-1022" y="233140"/>
                  <a:pt x="2582" y="226470"/>
                </a:cubicBezTo>
                <a:lnTo>
                  <a:pt x="118776" y="11297"/>
                </a:lnTo>
                <a:cubicBezTo>
                  <a:pt x="122541" y="4357"/>
                  <a:pt x="129803" y="0"/>
                  <a:pt x="137711" y="0"/>
                </a:cubicBezTo>
                <a:close/>
                <a:moveTo>
                  <a:pt x="137711" y="90373"/>
                </a:moveTo>
                <a:cubicBezTo>
                  <a:pt x="130556" y="90373"/>
                  <a:pt x="124800" y="96129"/>
                  <a:pt x="124800" y="103283"/>
                </a:cubicBezTo>
                <a:lnTo>
                  <a:pt x="124800" y="163532"/>
                </a:lnTo>
                <a:cubicBezTo>
                  <a:pt x="124800" y="170686"/>
                  <a:pt x="130556" y="176442"/>
                  <a:pt x="137711" y="176442"/>
                </a:cubicBezTo>
                <a:cubicBezTo>
                  <a:pt x="144865" y="176442"/>
                  <a:pt x="150621" y="170686"/>
                  <a:pt x="150621" y="163532"/>
                </a:cubicBezTo>
                <a:lnTo>
                  <a:pt x="150621" y="103283"/>
                </a:lnTo>
                <a:cubicBezTo>
                  <a:pt x="150621" y="96129"/>
                  <a:pt x="144865" y="90373"/>
                  <a:pt x="137711" y="90373"/>
                </a:cubicBezTo>
                <a:close/>
                <a:moveTo>
                  <a:pt x="152074" y="206566"/>
                </a:moveTo>
                <a:cubicBezTo>
                  <a:pt x="152400" y="201235"/>
                  <a:pt x="149742" y="196163"/>
                  <a:pt x="145171" y="193398"/>
                </a:cubicBezTo>
                <a:cubicBezTo>
                  <a:pt x="140601" y="190634"/>
                  <a:pt x="134874" y="190634"/>
                  <a:pt x="130304" y="193398"/>
                </a:cubicBezTo>
                <a:cubicBezTo>
                  <a:pt x="125734" y="196163"/>
                  <a:pt x="123075" y="201235"/>
                  <a:pt x="123402" y="206566"/>
                </a:cubicBezTo>
                <a:cubicBezTo>
                  <a:pt x="123075" y="211898"/>
                  <a:pt x="125734" y="216970"/>
                  <a:pt x="130304" y="219734"/>
                </a:cubicBezTo>
                <a:cubicBezTo>
                  <a:pt x="134874" y="222499"/>
                  <a:pt x="140601" y="222499"/>
                  <a:pt x="145171" y="219734"/>
                </a:cubicBezTo>
                <a:cubicBezTo>
                  <a:pt x="149742" y="216970"/>
                  <a:pt x="152400" y="211898"/>
                  <a:pt x="152074" y="206566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353060" y="2129928"/>
            <a:ext cx="247879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Detect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53060" y="2497157"/>
            <a:ext cx="2451253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fall detection with intelligent confirmation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3060" y="3011277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460934" y="3112265"/>
            <a:ext cx="96398" cy="128530"/>
          </a:xfrm>
          <a:custGeom>
            <a:avLst/>
            <a:gdLst/>
            <a:ahLst/>
            <a:cxnLst/>
            <a:rect l="l" t="t" r="r" b="b"/>
            <a:pathLst>
              <a:path w="96398" h="128530">
                <a:moveTo>
                  <a:pt x="42525" y="126170"/>
                </a:moveTo>
                <a:cubicBezTo>
                  <a:pt x="45663" y="129308"/>
                  <a:pt x="50759" y="129308"/>
                  <a:pt x="53897" y="126170"/>
                </a:cubicBezTo>
                <a:lnTo>
                  <a:pt x="94063" y="86005"/>
                </a:lnTo>
                <a:cubicBezTo>
                  <a:pt x="97201" y="82867"/>
                  <a:pt x="97201" y="77771"/>
                  <a:pt x="94063" y="74633"/>
                </a:cubicBezTo>
                <a:cubicBezTo>
                  <a:pt x="90925" y="71495"/>
                  <a:pt x="85829" y="71495"/>
                  <a:pt x="82691" y="74633"/>
                </a:cubicBezTo>
                <a:lnTo>
                  <a:pt x="56232" y="101092"/>
                </a:lnTo>
                <a:lnTo>
                  <a:pt x="56232" y="8033"/>
                </a:lnTo>
                <a:cubicBezTo>
                  <a:pt x="56232" y="3590"/>
                  <a:pt x="52642" y="0"/>
                  <a:pt x="48199" y="0"/>
                </a:cubicBezTo>
                <a:cubicBezTo>
                  <a:pt x="43755" y="0"/>
                  <a:pt x="40166" y="3590"/>
                  <a:pt x="40166" y="8033"/>
                </a:cubicBezTo>
                <a:lnTo>
                  <a:pt x="40166" y="101092"/>
                </a:lnTo>
                <a:lnTo>
                  <a:pt x="13707" y="74633"/>
                </a:lnTo>
                <a:cubicBezTo>
                  <a:pt x="10569" y="71495"/>
                  <a:pt x="5473" y="71495"/>
                  <a:pt x="2335" y="74633"/>
                </a:cubicBezTo>
                <a:cubicBezTo>
                  <a:pt x="-803" y="77771"/>
                  <a:pt x="-803" y="82867"/>
                  <a:pt x="2335" y="86005"/>
                </a:cubicBezTo>
                <a:lnTo>
                  <a:pt x="42500" y="12617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660614" y="3084723"/>
            <a:ext cx="1092506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Height drop &gt;50%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3060" y="3415229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444867" y="3516217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0" y="64265"/>
                </a:moveTo>
                <a:cubicBezTo>
                  <a:pt x="0" y="28796"/>
                  <a:pt x="28796" y="0"/>
                  <a:pt x="64265" y="0"/>
                </a:cubicBezTo>
                <a:cubicBezTo>
                  <a:pt x="99734" y="0"/>
                  <a:pt x="128530" y="28796"/>
                  <a:pt x="128530" y="64265"/>
                </a:cubicBezTo>
                <a:cubicBezTo>
                  <a:pt x="128530" y="99734"/>
                  <a:pt x="99734" y="128530"/>
                  <a:pt x="64265" y="128530"/>
                </a:cubicBezTo>
                <a:cubicBezTo>
                  <a:pt x="28796" y="128530"/>
                  <a:pt x="0" y="99734"/>
                  <a:pt x="0" y="64265"/>
                </a:cubicBezTo>
                <a:close/>
                <a:moveTo>
                  <a:pt x="72298" y="24099"/>
                </a:moveTo>
                <a:cubicBezTo>
                  <a:pt x="72298" y="19666"/>
                  <a:pt x="68699" y="16066"/>
                  <a:pt x="64265" y="16066"/>
                </a:cubicBezTo>
                <a:cubicBezTo>
                  <a:pt x="59831" y="16066"/>
                  <a:pt x="56232" y="19666"/>
                  <a:pt x="56232" y="24099"/>
                </a:cubicBezTo>
                <a:cubicBezTo>
                  <a:pt x="56232" y="28533"/>
                  <a:pt x="59831" y="32133"/>
                  <a:pt x="64265" y="32133"/>
                </a:cubicBezTo>
                <a:cubicBezTo>
                  <a:pt x="68699" y="32133"/>
                  <a:pt x="72298" y="28533"/>
                  <a:pt x="72298" y="24099"/>
                </a:cubicBezTo>
                <a:close/>
                <a:moveTo>
                  <a:pt x="64265" y="104431"/>
                </a:moveTo>
                <a:cubicBezTo>
                  <a:pt x="73127" y="104431"/>
                  <a:pt x="80331" y="97226"/>
                  <a:pt x="80331" y="88364"/>
                </a:cubicBezTo>
                <a:cubicBezTo>
                  <a:pt x="80331" y="84298"/>
                  <a:pt x="78825" y="80557"/>
                  <a:pt x="76315" y="77746"/>
                </a:cubicBezTo>
                <a:lnTo>
                  <a:pt x="93762" y="42877"/>
                </a:lnTo>
                <a:cubicBezTo>
                  <a:pt x="95243" y="39890"/>
                  <a:pt x="94038" y="36275"/>
                  <a:pt x="91076" y="34794"/>
                </a:cubicBezTo>
                <a:cubicBezTo>
                  <a:pt x="88113" y="33312"/>
                  <a:pt x="84473" y="34517"/>
                  <a:pt x="82992" y="37480"/>
                </a:cubicBezTo>
                <a:lnTo>
                  <a:pt x="65545" y="72348"/>
                </a:lnTo>
                <a:cubicBezTo>
                  <a:pt x="65119" y="72323"/>
                  <a:pt x="64692" y="72298"/>
                  <a:pt x="64265" y="72298"/>
                </a:cubicBezTo>
                <a:cubicBezTo>
                  <a:pt x="55404" y="72298"/>
                  <a:pt x="48199" y="79503"/>
                  <a:pt x="48199" y="88364"/>
                </a:cubicBezTo>
                <a:cubicBezTo>
                  <a:pt x="48199" y="97226"/>
                  <a:pt x="55404" y="104431"/>
                  <a:pt x="64265" y="104431"/>
                </a:cubicBezTo>
                <a:close/>
                <a:moveTo>
                  <a:pt x="44182" y="36149"/>
                </a:moveTo>
                <a:cubicBezTo>
                  <a:pt x="44182" y="31715"/>
                  <a:pt x="40583" y="28116"/>
                  <a:pt x="36149" y="28116"/>
                </a:cubicBezTo>
                <a:cubicBezTo>
                  <a:pt x="31715" y="28116"/>
                  <a:pt x="28116" y="31715"/>
                  <a:pt x="28116" y="36149"/>
                </a:cubicBezTo>
                <a:cubicBezTo>
                  <a:pt x="28116" y="40583"/>
                  <a:pt x="31715" y="44182"/>
                  <a:pt x="36149" y="44182"/>
                </a:cubicBezTo>
                <a:cubicBezTo>
                  <a:pt x="40583" y="44182"/>
                  <a:pt x="44182" y="40583"/>
                  <a:pt x="44182" y="36149"/>
                </a:cubicBezTo>
                <a:close/>
                <a:moveTo>
                  <a:pt x="24099" y="72298"/>
                </a:moveTo>
                <a:cubicBezTo>
                  <a:pt x="28533" y="72298"/>
                  <a:pt x="32133" y="68699"/>
                  <a:pt x="32133" y="64265"/>
                </a:cubicBezTo>
                <a:cubicBezTo>
                  <a:pt x="32133" y="59831"/>
                  <a:pt x="28533" y="56232"/>
                  <a:pt x="24099" y="56232"/>
                </a:cubicBezTo>
                <a:cubicBezTo>
                  <a:pt x="19666" y="56232"/>
                  <a:pt x="16066" y="59831"/>
                  <a:pt x="16066" y="64265"/>
                </a:cubicBezTo>
                <a:cubicBezTo>
                  <a:pt x="16066" y="68699"/>
                  <a:pt x="19666" y="72298"/>
                  <a:pt x="24099" y="72298"/>
                </a:cubicBezTo>
                <a:close/>
                <a:moveTo>
                  <a:pt x="112464" y="64265"/>
                </a:moveTo>
                <a:cubicBezTo>
                  <a:pt x="112464" y="59831"/>
                  <a:pt x="108864" y="56232"/>
                  <a:pt x="104431" y="56232"/>
                </a:cubicBezTo>
                <a:cubicBezTo>
                  <a:pt x="99997" y="56232"/>
                  <a:pt x="96398" y="59831"/>
                  <a:pt x="96398" y="64265"/>
                </a:cubicBezTo>
                <a:cubicBezTo>
                  <a:pt x="96398" y="68699"/>
                  <a:pt x="99997" y="72298"/>
                  <a:pt x="104431" y="72298"/>
                </a:cubicBezTo>
                <a:cubicBezTo>
                  <a:pt x="108864" y="72298"/>
                  <a:pt x="112464" y="68699"/>
                  <a:pt x="112464" y="642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660614" y="3488675"/>
            <a:ext cx="111086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Acceleration spike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3060" y="3819181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444867" y="3920169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64265" y="0"/>
                </a:moveTo>
                <a:cubicBezTo>
                  <a:pt x="99734" y="0"/>
                  <a:pt x="128530" y="28796"/>
                  <a:pt x="128530" y="64265"/>
                </a:cubicBezTo>
                <a:cubicBezTo>
                  <a:pt x="128530" y="99734"/>
                  <a:pt x="99734" y="128530"/>
                  <a:pt x="64265" y="128530"/>
                </a:cubicBezTo>
                <a:cubicBezTo>
                  <a:pt x="28796" y="128530"/>
                  <a:pt x="0" y="99734"/>
                  <a:pt x="0" y="64265"/>
                </a:cubicBezTo>
                <a:cubicBezTo>
                  <a:pt x="0" y="28796"/>
                  <a:pt x="28796" y="0"/>
                  <a:pt x="64265" y="0"/>
                </a:cubicBezTo>
                <a:close/>
                <a:moveTo>
                  <a:pt x="58240" y="30124"/>
                </a:moveTo>
                <a:lnTo>
                  <a:pt x="58240" y="64265"/>
                </a:lnTo>
                <a:cubicBezTo>
                  <a:pt x="58240" y="66273"/>
                  <a:pt x="59244" y="68156"/>
                  <a:pt x="60926" y="69286"/>
                </a:cubicBezTo>
                <a:lnTo>
                  <a:pt x="85026" y="85352"/>
                </a:lnTo>
                <a:cubicBezTo>
                  <a:pt x="87787" y="87210"/>
                  <a:pt x="91528" y="86457"/>
                  <a:pt x="93385" y="83670"/>
                </a:cubicBezTo>
                <a:cubicBezTo>
                  <a:pt x="95243" y="80884"/>
                  <a:pt x="94490" y="77168"/>
                  <a:pt x="91703" y="75311"/>
                </a:cubicBezTo>
                <a:lnTo>
                  <a:pt x="70290" y="61052"/>
                </a:lnTo>
                <a:lnTo>
                  <a:pt x="70290" y="30124"/>
                </a:lnTo>
                <a:cubicBezTo>
                  <a:pt x="70290" y="26785"/>
                  <a:pt x="67604" y="24099"/>
                  <a:pt x="64265" y="24099"/>
                </a:cubicBezTo>
                <a:cubicBezTo>
                  <a:pt x="60926" y="24099"/>
                  <a:pt x="58240" y="26785"/>
                  <a:pt x="58240" y="3012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660614" y="3892627"/>
            <a:ext cx="111086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2-sec confirmation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3060" y="4223133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444867" y="4324120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92180" y="103552"/>
                </a:moveTo>
                <a:lnTo>
                  <a:pt x="24978" y="36350"/>
                </a:lnTo>
                <a:cubicBezTo>
                  <a:pt x="19355" y="44232"/>
                  <a:pt x="16066" y="53872"/>
                  <a:pt x="16066" y="64265"/>
                </a:cubicBezTo>
                <a:cubicBezTo>
                  <a:pt x="16066" y="90875"/>
                  <a:pt x="37655" y="112464"/>
                  <a:pt x="64265" y="112464"/>
                </a:cubicBezTo>
                <a:cubicBezTo>
                  <a:pt x="74683" y="112464"/>
                  <a:pt x="84323" y="109175"/>
                  <a:pt x="92180" y="103552"/>
                </a:cubicBezTo>
                <a:close/>
                <a:moveTo>
                  <a:pt x="103552" y="92180"/>
                </a:moveTo>
                <a:cubicBezTo>
                  <a:pt x="109175" y="84298"/>
                  <a:pt x="112464" y="74658"/>
                  <a:pt x="112464" y="64265"/>
                </a:cubicBezTo>
                <a:cubicBezTo>
                  <a:pt x="112464" y="37655"/>
                  <a:pt x="90875" y="16066"/>
                  <a:pt x="64265" y="16066"/>
                </a:cubicBezTo>
                <a:cubicBezTo>
                  <a:pt x="53847" y="16066"/>
                  <a:pt x="44207" y="19355"/>
                  <a:pt x="36350" y="24978"/>
                </a:cubicBezTo>
                <a:lnTo>
                  <a:pt x="103552" y="92180"/>
                </a:lnTo>
                <a:close/>
                <a:moveTo>
                  <a:pt x="0" y="64265"/>
                </a:moveTo>
                <a:cubicBezTo>
                  <a:pt x="0" y="28796"/>
                  <a:pt x="28796" y="0"/>
                  <a:pt x="64265" y="0"/>
                </a:cubicBezTo>
                <a:cubicBezTo>
                  <a:pt x="99734" y="0"/>
                  <a:pt x="128530" y="28796"/>
                  <a:pt x="128530" y="64265"/>
                </a:cubicBezTo>
                <a:cubicBezTo>
                  <a:pt x="128530" y="99734"/>
                  <a:pt x="99734" y="128530"/>
                  <a:pt x="64265" y="128530"/>
                </a:cubicBezTo>
                <a:cubicBezTo>
                  <a:pt x="28796" y="128530"/>
                  <a:pt x="0" y="99734"/>
                  <a:pt x="0" y="642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660614" y="4296578"/>
            <a:ext cx="1386289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Eliminates false alarms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53060" y="4705120"/>
            <a:ext cx="2386988" cy="9181"/>
          </a:xfrm>
          <a:custGeom>
            <a:avLst/>
            <a:gdLst/>
            <a:ahLst/>
            <a:cxnLst/>
            <a:rect l="l" t="t" r="r" b="b"/>
            <a:pathLst>
              <a:path w="2386988" h="9181">
                <a:moveTo>
                  <a:pt x="0" y="0"/>
                </a:moveTo>
                <a:lnTo>
                  <a:pt x="2386988" y="0"/>
                </a:lnTo>
                <a:lnTo>
                  <a:pt x="2386988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297976" y="4856602"/>
            <a:ext cx="2497157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Instant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70554" y="1285301"/>
            <a:ext cx="2754217" cy="4048699"/>
          </a:xfrm>
          <a:custGeom>
            <a:avLst/>
            <a:gdLst/>
            <a:ahLst/>
            <a:cxnLst/>
            <a:rect l="l" t="t" r="r" b="b"/>
            <a:pathLst>
              <a:path w="2754217" h="4048699">
                <a:moveTo>
                  <a:pt x="146882" y="0"/>
                </a:moveTo>
                <a:lnTo>
                  <a:pt x="2607334" y="0"/>
                </a:lnTo>
                <a:cubicBezTo>
                  <a:pt x="2688455" y="0"/>
                  <a:pt x="2754217" y="65761"/>
                  <a:pt x="2754217" y="146882"/>
                </a:cubicBezTo>
                <a:lnTo>
                  <a:pt x="2754217" y="3901816"/>
                </a:lnTo>
                <a:cubicBezTo>
                  <a:pt x="2754217" y="3982937"/>
                  <a:pt x="2688455" y="4048699"/>
                  <a:pt x="2607334" y="4048699"/>
                </a:cubicBezTo>
                <a:lnTo>
                  <a:pt x="146882" y="4048699"/>
                </a:lnTo>
                <a:cubicBezTo>
                  <a:pt x="65761" y="4048699"/>
                  <a:pt x="0" y="3982937"/>
                  <a:pt x="0" y="3901816"/>
                </a:cubicBezTo>
                <a:lnTo>
                  <a:pt x="0" y="146882"/>
                </a:lnTo>
                <a:cubicBezTo>
                  <a:pt x="0" y="65816"/>
                  <a:pt x="65816" y="0"/>
                  <a:pt x="146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C10007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9254169" y="1468916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9434627" y="1560723"/>
            <a:ext cx="29378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350816" y="1588265"/>
            <a:ext cx="240994" cy="275422"/>
          </a:xfrm>
          <a:custGeom>
            <a:avLst/>
            <a:gdLst/>
            <a:ahLst/>
            <a:cxnLst/>
            <a:rect l="l" t="t" r="r" b="b"/>
            <a:pathLst>
              <a:path w="240994" h="275422">
                <a:moveTo>
                  <a:pt x="120497" y="0"/>
                </a:moveTo>
                <a:cubicBezTo>
                  <a:pt x="110976" y="0"/>
                  <a:pt x="103283" y="7692"/>
                  <a:pt x="103283" y="17214"/>
                </a:cubicBezTo>
                <a:lnTo>
                  <a:pt x="103283" y="18935"/>
                </a:lnTo>
                <a:cubicBezTo>
                  <a:pt x="64014" y="26897"/>
                  <a:pt x="34428" y="61647"/>
                  <a:pt x="34428" y="103283"/>
                </a:cubicBezTo>
                <a:lnTo>
                  <a:pt x="34428" y="114956"/>
                </a:lnTo>
                <a:cubicBezTo>
                  <a:pt x="34428" y="140831"/>
                  <a:pt x="25606" y="165952"/>
                  <a:pt x="9468" y="186179"/>
                </a:cubicBezTo>
                <a:lnTo>
                  <a:pt x="4196" y="192741"/>
                </a:lnTo>
                <a:cubicBezTo>
                  <a:pt x="1452" y="196130"/>
                  <a:pt x="0" y="200326"/>
                  <a:pt x="0" y="204683"/>
                </a:cubicBezTo>
                <a:cubicBezTo>
                  <a:pt x="0" y="215227"/>
                  <a:pt x="8553" y="223780"/>
                  <a:pt x="19097" y="223780"/>
                </a:cubicBezTo>
                <a:lnTo>
                  <a:pt x="221844" y="223780"/>
                </a:lnTo>
                <a:cubicBezTo>
                  <a:pt x="232387" y="223780"/>
                  <a:pt x="240940" y="215227"/>
                  <a:pt x="240940" y="204683"/>
                </a:cubicBezTo>
                <a:cubicBezTo>
                  <a:pt x="240940" y="200326"/>
                  <a:pt x="239488" y="196130"/>
                  <a:pt x="236744" y="192741"/>
                </a:cubicBezTo>
                <a:lnTo>
                  <a:pt x="231473" y="186179"/>
                </a:lnTo>
                <a:cubicBezTo>
                  <a:pt x="215388" y="165952"/>
                  <a:pt x="206566" y="140831"/>
                  <a:pt x="206566" y="114956"/>
                </a:cubicBezTo>
                <a:lnTo>
                  <a:pt x="206566" y="103283"/>
                </a:lnTo>
                <a:cubicBezTo>
                  <a:pt x="206566" y="61647"/>
                  <a:pt x="176980" y="26897"/>
                  <a:pt x="137711" y="18935"/>
                </a:cubicBezTo>
                <a:lnTo>
                  <a:pt x="137711" y="17214"/>
                </a:lnTo>
                <a:cubicBezTo>
                  <a:pt x="137711" y="7692"/>
                  <a:pt x="130018" y="0"/>
                  <a:pt x="120497" y="0"/>
                </a:cubicBezTo>
                <a:close/>
                <a:moveTo>
                  <a:pt x="87145" y="249601"/>
                </a:moveTo>
                <a:cubicBezTo>
                  <a:pt x="90964" y="264448"/>
                  <a:pt x="104467" y="275422"/>
                  <a:pt x="120497" y="275422"/>
                </a:cubicBezTo>
                <a:cubicBezTo>
                  <a:pt x="136527" y="275422"/>
                  <a:pt x="150030" y="264448"/>
                  <a:pt x="153849" y="249601"/>
                </a:cubicBezTo>
                <a:lnTo>
                  <a:pt x="87145" y="249601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9254169" y="2129928"/>
            <a:ext cx="247879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Alert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254169" y="2497157"/>
            <a:ext cx="2451253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Rapid caregiver notification with actionable response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254169" y="3011277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9337943" y="3112265"/>
            <a:ext cx="144596" cy="128530"/>
          </a:xfrm>
          <a:custGeom>
            <a:avLst/>
            <a:gdLst/>
            <a:ahLst/>
            <a:cxnLst/>
            <a:rect l="l" t="t" r="r" b="b"/>
            <a:pathLst>
              <a:path w="144596" h="128530">
                <a:moveTo>
                  <a:pt x="134655" y="-6602"/>
                </a:moveTo>
                <a:cubicBezTo>
                  <a:pt x="137116" y="-7481"/>
                  <a:pt x="139827" y="-6853"/>
                  <a:pt x="141684" y="-5021"/>
                </a:cubicBezTo>
                <a:cubicBezTo>
                  <a:pt x="143542" y="-3188"/>
                  <a:pt x="144145" y="-452"/>
                  <a:pt x="143266" y="2008"/>
                </a:cubicBezTo>
                <a:lnTo>
                  <a:pt x="98582" y="126748"/>
                </a:lnTo>
                <a:cubicBezTo>
                  <a:pt x="97326" y="130237"/>
                  <a:pt x="94038" y="132547"/>
                  <a:pt x="90348" y="132547"/>
                </a:cubicBezTo>
                <a:cubicBezTo>
                  <a:pt x="86783" y="132547"/>
                  <a:pt x="83570" y="130388"/>
                  <a:pt x="82239" y="127099"/>
                </a:cubicBezTo>
                <a:lnTo>
                  <a:pt x="66123" y="87436"/>
                </a:lnTo>
                <a:cubicBezTo>
                  <a:pt x="64993" y="84674"/>
                  <a:pt x="65495" y="81511"/>
                  <a:pt x="67428" y="79252"/>
                </a:cubicBezTo>
                <a:lnTo>
                  <a:pt x="91151" y="51035"/>
                </a:lnTo>
                <a:cubicBezTo>
                  <a:pt x="92431" y="49504"/>
                  <a:pt x="92331" y="47270"/>
                  <a:pt x="90925" y="45864"/>
                </a:cubicBezTo>
                <a:cubicBezTo>
                  <a:pt x="89519" y="44458"/>
                  <a:pt x="87260" y="44358"/>
                  <a:pt x="85754" y="45638"/>
                </a:cubicBezTo>
                <a:lnTo>
                  <a:pt x="57537" y="69311"/>
                </a:lnTo>
                <a:cubicBezTo>
                  <a:pt x="55253" y="71219"/>
                  <a:pt x="52115" y="71721"/>
                  <a:pt x="49354" y="70616"/>
                </a:cubicBezTo>
                <a:lnTo>
                  <a:pt x="9564" y="54424"/>
                </a:lnTo>
                <a:cubicBezTo>
                  <a:pt x="6276" y="53094"/>
                  <a:pt x="4117" y="49881"/>
                  <a:pt x="4117" y="46316"/>
                </a:cubicBezTo>
                <a:cubicBezTo>
                  <a:pt x="4117" y="42626"/>
                  <a:pt x="6427" y="39337"/>
                  <a:pt x="9916" y="38082"/>
                </a:cubicBezTo>
                <a:lnTo>
                  <a:pt x="134655" y="-660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9561723" y="3084723"/>
            <a:ext cx="1303663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 notification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254169" y="3415229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9362042" y="3516217"/>
            <a:ext cx="96398" cy="128530"/>
          </a:xfrm>
          <a:custGeom>
            <a:avLst/>
            <a:gdLst/>
            <a:ahLst/>
            <a:cxnLst/>
            <a:rect l="l" t="t" r="r" b="b"/>
            <a:pathLst>
              <a:path w="96398" h="128530">
                <a:moveTo>
                  <a:pt x="0" y="47345"/>
                </a:moveTo>
                <a:cubicBezTo>
                  <a:pt x="0" y="21187"/>
                  <a:pt x="21589" y="0"/>
                  <a:pt x="48199" y="0"/>
                </a:cubicBezTo>
                <a:cubicBezTo>
                  <a:pt x="74809" y="0"/>
                  <a:pt x="96398" y="21187"/>
                  <a:pt x="96398" y="47345"/>
                </a:cubicBezTo>
                <a:cubicBezTo>
                  <a:pt x="96398" y="77294"/>
                  <a:pt x="66223" y="113192"/>
                  <a:pt x="53621" y="126873"/>
                </a:cubicBezTo>
                <a:cubicBezTo>
                  <a:pt x="50659" y="130087"/>
                  <a:pt x="45714" y="130087"/>
                  <a:pt x="42751" y="126873"/>
                </a:cubicBezTo>
                <a:cubicBezTo>
                  <a:pt x="30149" y="113192"/>
                  <a:pt x="-25" y="77294"/>
                  <a:pt x="-25" y="47345"/>
                </a:cubicBezTo>
                <a:close/>
                <a:moveTo>
                  <a:pt x="48199" y="64265"/>
                </a:moveTo>
                <a:cubicBezTo>
                  <a:pt x="57066" y="64265"/>
                  <a:pt x="64265" y="57066"/>
                  <a:pt x="64265" y="48199"/>
                </a:cubicBezTo>
                <a:cubicBezTo>
                  <a:pt x="64265" y="39332"/>
                  <a:pt x="57066" y="32133"/>
                  <a:pt x="48199" y="32133"/>
                </a:cubicBezTo>
                <a:cubicBezTo>
                  <a:pt x="39332" y="32133"/>
                  <a:pt x="32133" y="39332"/>
                  <a:pt x="32133" y="48199"/>
                </a:cubicBezTo>
                <a:cubicBezTo>
                  <a:pt x="32133" y="57066"/>
                  <a:pt x="39332" y="64265"/>
                  <a:pt x="48199" y="642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9561723" y="3488675"/>
            <a:ext cx="1239398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GPS location shared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54169" y="3819181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9345976" y="3920169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51261" y="4619"/>
                </a:moveTo>
                <a:cubicBezTo>
                  <a:pt x="54274" y="5874"/>
                  <a:pt x="56232" y="8786"/>
                  <a:pt x="56232" y="12050"/>
                </a:cubicBezTo>
                <a:lnTo>
                  <a:pt x="56232" y="32133"/>
                </a:lnTo>
                <a:lnTo>
                  <a:pt x="84348" y="32133"/>
                </a:lnTo>
                <a:cubicBezTo>
                  <a:pt x="108749" y="32133"/>
                  <a:pt x="128530" y="51914"/>
                  <a:pt x="128530" y="76315"/>
                </a:cubicBezTo>
                <a:cubicBezTo>
                  <a:pt x="128530" y="104757"/>
                  <a:pt x="108071" y="117459"/>
                  <a:pt x="103376" y="120020"/>
                </a:cubicBezTo>
                <a:cubicBezTo>
                  <a:pt x="102749" y="120371"/>
                  <a:pt x="102046" y="120497"/>
                  <a:pt x="101343" y="120497"/>
                </a:cubicBezTo>
                <a:cubicBezTo>
                  <a:pt x="98607" y="120497"/>
                  <a:pt x="96398" y="118263"/>
                  <a:pt x="96398" y="115552"/>
                </a:cubicBezTo>
                <a:cubicBezTo>
                  <a:pt x="96398" y="113669"/>
                  <a:pt x="97477" y="111937"/>
                  <a:pt x="98858" y="110656"/>
                </a:cubicBezTo>
                <a:cubicBezTo>
                  <a:pt x="101217" y="108447"/>
                  <a:pt x="104431" y="104029"/>
                  <a:pt x="104431" y="96423"/>
                </a:cubicBezTo>
                <a:cubicBezTo>
                  <a:pt x="104431" y="83118"/>
                  <a:pt x="93636" y="72323"/>
                  <a:pt x="80331" y="72323"/>
                </a:cubicBezTo>
                <a:lnTo>
                  <a:pt x="56232" y="72323"/>
                </a:lnTo>
                <a:lnTo>
                  <a:pt x="56232" y="92406"/>
                </a:lnTo>
                <a:cubicBezTo>
                  <a:pt x="56232" y="95644"/>
                  <a:pt x="54274" y="98582"/>
                  <a:pt x="51261" y="99837"/>
                </a:cubicBezTo>
                <a:cubicBezTo>
                  <a:pt x="48249" y="101092"/>
                  <a:pt x="44810" y="100389"/>
                  <a:pt x="42500" y="98105"/>
                </a:cubicBezTo>
                <a:lnTo>
                  <a:pt x="2335" y="57939"/>
                </a:lnTo>
                <a:cubicBezTo>
                  <a:pt x="-803" y="54801"/>
                  <a:pt x="-803" y="49705"/>
                  <a:pt x="2335" y="46567"/>
                </a:cubicBezTo>
                <a:lnTo>
                  <a:pt x="42500" y="6401"/>
                </a:lnTo>
                <a:cubicBezTo>
                  <a:pt x="44810" y="4092"/>
                  <a:pt x="48249" y="3414"/>
                  <a:pt x="51261" y="46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9561723" y="3892627"/>
            <a:ext cx="114759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OK / HELP buttons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254169" y="4223133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9329910" y="4324120"/>
            <a:ext cx="160663" cy="128530"/>
          </a:xfrm>
          <a:custGeom>
            <a:avLst/>
            <a:gdLst/>
            <a:ahLst/>
            <a:cxnLst/>
            <a:rect l="l" t="t" r="r" b="b"/>
            <a:pathLst>
              <a:path w="160663" h="128530">
                <a:moveTo>
                  <a:pt x="80331" y="4017"/>
                </a:moveTo>
                <a:cubicBezTo>
                  <a:pt x="94741" y="4017"/>
                  <a:pt x="106439" y="15715"/>
                  <a:pt x="106439" y="30124"/>
                </a:cubicBezTo>
                <a:cubicBezTo>
                  <a:pt x="106439" y="44533"/>
                  <a:pt x="94741" y="56232"/>
                  <a:pt x="80331" y="56232"/>
                </a:cubicBezTo>
                <a:cubicBezTo>
                  <a:pt x="65922" y="56232"/>
                  <a:pt x="54224" y="44533"/>
                  <a:pt x="54224" y="30124"/>
                </a:cubicBezTo>
                <a:cubicBezTo>
                  <a:pt x="54224" y="15715"/>
                  <a:pt x="65922" y="4017"/>
                  <a:pt x="80331" y="4017"/>
                </a:cubicBezTo>
                <a:close/>
                <a:moveTo>
                  <a:pt x="24099" y="22091"/>
                </a:moveTo>
                <a:cubicBezTo>
                  <a:pt x="34075" y="22091"/>
                  <a:pt x="42174" y="30190"/>
                  <a:pt x="42174" y="40166"/>
                </a:cubicBezTo>
                <a:cubicBezTo>
                  <a:pt x="42174" y="50141"/>
                  <a:pt x="34075" y="58240"/>
                  <a:pt x="24099" y="58240"/>
                </a:cubicBezTo>
                <a:cubicBezTo>
                  <a:pt x="14124" y="58240"/>
                  <a:pt x="6025" y="50141"/>
                  <a:pt x="6025" y="40166"/>
                </a:cubicBezTo>
                <a:cubicBezTo>
                  <a:pt x="6025" y="30190"/>
                  <a:pt x="14124" y="22091"/>
                  <a:pt x="24099" y="22091"/>
                </a:cubicBezTo>
                <a:close/>
                <a:moveTo>
                  <a:pt x="0" y="104431"/>
                </a:moveTo>
                <a:cubicBezTo>
                  <a:pt x="0" y="86683"/>
                  <a:pt x="14384" y="72298"/>
                  <a:pt x="32133" y="72298"/>
                </a:cubicBezTo>
                <a:cubicBezTo>
                  <a:pt x="35346" y="72298"/>
                  <a:pt x="38459" y="72775"/>
                  <a:pt x="41396" y="73654"/>
                </a:cubicBezTo>
                <a:cubicBezTo>
                  <a:pt x="33137" y="82892"/>
                  <a:pt x="28116" y="95092"/>
                  <a:pt x="28116" y="108447"/>
                </a:cubicBezTo>
                <a:lnTo>
                  <a:pt x="28116" y="112464"/>
                </a:lnTo>
                <a:cubicBezTo>
                  <a:pt x="28116" y="115326"/>
                  <a:pt x="28718" y="118037"/>
                  <a:pt x="29798" y="120497"/>
                </a:cubicBezTo>
                <a:lnTo>
                  <a:pt x="8033" y="120497"/>
                </a:lnTo>
                <a:cubicBezTo>
                  <a:pt x="3590" y="120497"/>
                  <a:pt x="0" y="116907"/>
                  <a:pt x="0" y="112464"/>
                </a:cubicBezTo>
                <a:lnTo>
                  <a:pt x="0" y="104431"/>
                </a:lnTo>
                <a:close/>
                <a:moveTo>
                  <a:pt x="130865" y="120497"/>
                </a:moveTo>
                <a:cubicBezTo>
                  <a:pt x="131944" y="118037"/>
                  <a:pt x="132547" y="115326"/>
                  <a:pt x="132547" y="112464"/>
                </a:cubicBezTo>
                <a:lnTo>
                  <a:pt x="132547" y="108447"/>
                </a:lnTo>
                <a:cubicBezTo>
                  <a:pt x="132547" y="95092"/>
                  <a:pt x="127526" y="82892"/>
                  <a:pt x="119267" y="73654"/>
                </a:cubicBezTo>
                <a:cubicBezTo>
                  <a:pt x="122204" y="72775"/>
                  <a:pt x="125317" y="72298"/>
                  <a:pt x="128530" y="72298"/>
                </a:cubicBezTo>
                <a:cubicBezTo>
                  <a:pt x="146278" y="72298"/>
                  <a:pt x="160663" y="86683"/>
                  <a:pt x="160663" y="104431"/>
                </a:cubicBezTo>
                <a:lnTo>
                  <a:pt x="160663" y="112464"/>
                </a:lnTo>
                <a:cubicBezTo>
                  <a:pt x="160663" y="116907"/>
                  <a:pt x="157073" y="120497"/>
                  <a:pt x="152630" y="120497"/>
                </a:cubicBezTo>
                <a:lnTo>
                  <a:pt x="130865" y="120497"/>
                </a:lnTo>
                <a:close/>
                <a:moveTo>
                  <a:pt x="118489" y="40166"/>
                </a:moveTo>
                <a:cubicBezTo>
                  <a:pt x="118489" y="30190"/>
                  <a:pt x="126588" y="22091"/>
                  <a:pt x="136563" y="22091"/>
                </a:cubicBezTo>
                <a:cubicBezTo>
                  <a:pt x="146539" y="22091"/>
                  <a:pt x="154638" y="30190"/>
                  <a:pt x="154638" y="40166"/>
                </a:cubicBezTo>
                <a:cubicBezTo>
                  <a:pt x="154638" y="50141"/>
                  <a:pt x="146539" y="58240"/>
                  <a:pt x="136563" y="58240"/>
                </a:cubicBezTo>
                <a:cubicBezTo>
                  <a:pt x="126588" y="58240"/>
                  <a:pt x="118489" y="50141"/>
                  <a:pt x="118489" y="40166"/>
                </a:cubicBezTo>
                <a:close/>
                <a:moveTo>
                  <a:pt x="40166" y="108447"/>
                </a:moveTo>
                <a:cubicBezTo>
                  <a:pt x="40166" y="86256"/>
                  <a:pt x="58140" y="68282"/>
                  <a:pt x="80331" y="68282"/>
                </a:cubicBezTo>
                <a:cubicBezTo>
                  <a:pt x="102523" y="68282"/>
                  <a:pt x="120497" y="86256"/>
                  <a:pt x="120497" y="108447"/>
                </a:cubicBezTo>
                <a:lnTo>
                  <a:pt x="120497" y="112464"/>
                </a:lnTo>
                <a:cubicBezTo>
                  <a:pt x="120497" y="116907"/>
                  <a:pt x="116907" y="120497"/>
                  <a:pt x="112464" y="120497"/>
                </a:cubicBezTo>
                <a:lnTo>
                  <a:pt x="48199" y="120497"/>
                </a:lnTo>
                <a:cubicBezTo>
                  <a:pt x="43755" y="120497"/>
                  <a:pt x="40166" y="116907"/>
                  <a:pt x="40166" y="112464"/>
                </a:cubicBezTo>
                <a:lnTo>
                  <a:pt x="40166" y="10844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9561723" y="4296578"/>
            <a:ext cx="1184313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Escalates if needed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254169" y="4705120"/>
            <a:ext cx="2386988" cy="9181"/>
          </a:xfrm>
          <a:custGeom>
            <a:avLst/>
            <a:gdLst/>
            <a:ahLst/>
            <a:cxnLst/>
            <a:rect l="l" t="t" r="r" b="b"/>
            <a:pathLst>
              <a:path w="2386988" h="9181">
                <a:moveTo>
                  <a:pt x="0" y="0"/>
                </a:moveTo>
                <a:lnTo>
                  <a:pt x="2386988" y="0"/>
                </a:lnTo>
                <a:lnTo>
                  <a:pt x="2386988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9199084" y="4856602"/>
            <a:ext cx="2497157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&lt;5 sec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371819" y="5485482"/>
            <a:ext cx="11448361" cy="1367928"/>
          </a:xfrm>
          <a:custGeom>
            <a:avLst/>
            <a:gdLst/>
            <a:ahLst/>
            <a:cxnLst/>
            <a:rect l="l" t="t" r="r" b="b"/>
            <a:pathLst>
              <a:path w="11448361" h="1367928">
                <a:moveTo>
                  <a:pt x="146888" y="0"/>
                </a:moveTo>
                <a:lnTo>
                  <a:pt x="11301473" y="0"/>
                </a:lnTo>
                <a:cubicBezTo>
                  <a:pt x="11382597" y="0"/>
                  <a:pt x="11448361" y="65764"/>
                  <a:pt x="11448361" y="146888"/>
                </a:cubicBezTo>
                <a:lnTo>
                  <a:pt x="11448361" y="1221040"/>
                </a:lnTo>
                <a:cubicBezTo>
                  <a:pt x="11448361" y="1302164"/>
                  <a:pt x="11382597" y="1367928"/>
                  <a:pt x="11301473" y="1367928"/>
                </a:cubicBezTo>
                <a:lnTo>
                  <a:pt x="146888" y="1367928"/>
                </a:lnTo>
                <a:cubicBezTo>
                  <a:pt x="65764" y="1367928"/>
                  <a:pt x="0" y="1302164"/>
                  <a:pt x="0" y="1221040"/>
                </a:cubicBezTo>
                <a:lnTo>
                  <a:pt x="0" y="146888"/>
                </a:lnTo>
                <a:cubicBezTo>
                  <a:pt x="0" y="65818"/>
                  <a:pt x="65818" y="0"/>
                  <a:pt x="1468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546253" y="5682867"/>
            <a:ext cx="165253" cy="165253"/>
          </a:xfrm>
          <a:custGeom>
            <a:avLst/>
            <a:gdLst/>
            <a:ahLst/>
            <a:cxnLst/>
            <a:rect l="l" t="t" r="r" b="b"/>
            <a:pathLst>
              <a:path w="165253" h="165253">
                <a:moveTo>
                  <a:pt x="82627" y="0"/>
                </a:moveTo>
                <a:cubicBezTo>
                  <a:pt x="128229" y="0"/>
                  <a:pt x="165253" y="37024"/>
                  <a:pt x="165253" y="82627"/>
                </a:cubicBezTo>
                <a:cubicBezTo>
                  <a:pt x="165253" y="128229"/>
                  <a:pt x="128229" y="165253"/>
                  <a:pt x="82627" y="165253"/>
                </a:cubicBezTo>
                <a:cubicBezTo>
                  <a:pt x="37024" y="165253"/>
                  <a:pt x="0" y="128229"/>
                  <a:pt x="0" y="82627"/>
                </a:cubicBezTo>
                <a:cubicBezTo>
                  <a:pt x="0" y="37024"/>
                  <a:pt x="37024" y="0"/>
                  <a:pt x="82627" y="0"/>
                </a:cubicBezTo>
                <a:close/>
                <a:moveTo>
                  <a:pt x="74880" y="38731"/>
                </a:moveTo>
                <a:lnTo>
                  <a:pt x="74880" y="82627"/>
                </a:lnTo>
                <a:cubicBezTo>
                  <a:pt x="74880" y="85209"/>
                  <a:pt x="76171" y="87629"/>
                  <a:pt x="78334" y="89082"/>
                </a:cubicBezTo>
                <a:lnTo>
                  <a:pt x="109319" y="109738"/>
                </a:lnTo>
                <a:cubicBezTo>
                  <a:pt x="112869" y="112127"/>
                  <a:pt x="117678" y="111158"/>
                  <a:pt x="120067" y="107576"/>
                </a:cubicBezTo>
                <a:cubicBezTo>
                  <a:pt x="122455" y="103993"/>
                  <a:pt x="121487" y="99216"/>
                  <a:pt x="117904" y="96828"/>
                </a:cubicBezTo>
                <a:lnTo>
                  <a:pt x="90373" y="78495"/>
                </a:lnTo>
                <a:lnTo>
                  <a:pt x="90373" y="38731"/>
                </a:lnTo>
                <a:cubicBezTo>
                  <a:pt x="90373" y="34438"/>
                  <a:pt x="86919" y="30985"/>
                  <a:pt x="82627" y="30985"/>
                </a:cubicBezTo>
                <a:cubicBezTo>
                  <a:pt x="78334" y="30985"/>
                  <a:pt x="74880" y="34438"/>
                  <a:pt x="74880" y="3873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34458" y="5636964"/>
            <a:ext cx="11016867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Timeline: From Fall to Response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098961" y="600419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1113019" y="6114361"/>
            <a:ext cx="41313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T+0s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491169" y="6518313"/>
            <a:ext cx="165253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 Occurs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2115439" y="6334699"/>
            <a:ext cx="1588265" cy="36723"/>
          </a:xfrm>
          <a:custGeom>
            <a:avLst/>
            <a:gdLst/>
            <a:ahLst/>
            <a:cxnLst/>
            <a:rect l="l" t="t" r="r" b="b"/>
            <a:pathLst>
              <a:path w="1588265" h="36723">
                <a:moveTo>
                  <a:pt x="0" y="0"/>
                </a:moveTo>
                <a:lnTo>
                  <a:pt x="1588265" y="0"/>
                </a:lnTo>
                <a:lnTo>
                  <a:pt x="1588265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10B981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4283381" y="600419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4297439" y="6114361"/>
            <a:ext cx="41313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T+1s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3675588" y="6518313"/>
            <a:ext cx="165253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Detected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5299859" y="6334699"/>
            <a:ext cx="1588265" cy="36723"/>
          </a:xfrm>
          <a:custGeom>
            <a:avLst/>
            <a:gdLst/>
            <a:ahLst/>
            <a:cxnLst/>
            <a:rect l="l" t="t" r="r" b="b"/>
            <a:pathLst>
              <a:path w="1588265" h="36723">
                <a:moveTo>
                  <a:pt x="0" y="0"/>
                </a:moveTo>
                <a:lnTo>
                  <a:pt x="1588265" y="0"/>
                </a:lnTo>
                <a:lnTo>
                  <a:pt x="1588265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FF6900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7467801" y="600419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7481859" y="6114361"/>
            <a:ext cx="41313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T+3s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6860008" y="6518313"/>
            <a:ext cx="165253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 Sent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484279" y="6334699"/>
            <a:ext cx="1588265" cy="36723"/>
          </a:xfrm>
          <a:custGeom>
            <a:avLst/>
            <a:gdLst/>
            <a:ahLst/>
            <a:cxnLst/>
            <a:rect l="l" t="t" r="r" b="b"/>
            <a:pathLst>
              <a:path w="1588265" h="36723">
                <a:moveTo>
                  <a:pt x="0" y="0"/>
                </a:moveTo>
                <a:lnTo>
                  <a:pt x="1588265" y="0"/>
                </a:lnTo>
                <a:lnTo>
                  <a:pt x="1588265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B2C36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10652221" y="600419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10666279" y="6114361"/>
            <a:ext cx="41313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T+5s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10044428" y="6518313"/>
            <a:ext cx="165253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Caregiver Notified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50273"/>
            <a:ext cx="11541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kern="0" spc="49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We Win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299634"/>
            <a:ext cx="1163984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Unique Competitive Advantages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231" y="762734"/>
            <a:ext cx="854954" cy="35623"/>
          </a:xfrm>
          <a:custGeom>
            <a:avLst/>
            <a:gdLst/>
            <a:ahLst/>
            <a:cxnLst/>
            <a:rect l="l" t="t" r="r" b="b"/>
            <a:pathLst>
              <a:path w="854954" h="35623">
                <a:moveTo>
                  <a:pt x="0" y="0"/>
                </a:moveTo>
                <a:lnTo>
                  <a:pt x="854954" y="0"/>
                </a:lnTo>
                <a:lnTo>
                  <a:pt x="854954" y="35623"/>
                </a:lnTo>
                <a:lnTo>
                  <a:pt x="0" y="35623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56231" y="914631"/>
            <a:ext cx="5646259" cy="1816777"/>
          </a:xfrm>
          <a:custGeom>
            <a:avLst/>
            <a:gdLst/>
            <a:ahLst/>
            <a:cxnLst/>
            <a:rect l="l" t="t" r="r" b="b"/>
            <a:pathLst>
              <a:path w="5646259" h="1816777">
                <a:moveTo>
                  <a:pt x="35623" y="0"/>
                </a:moveTo>
                <a:lnTo>
                  <a:pt x="5503769" y="0"/>
                </a:lnTo>
                <a:cubicBezTo>
                  <a:pt x="5582464" y="0"/>
                  <a:pt x="5646259" y="63795"/>
                  <a:pt x="5646259" y="142490"/>
                </a:cubicBezTo>
                <a:lnTo>
                  <a:pt x="5646259" y="1674287"/>
                </a:lnTo>
                <a:cubicBezTo>
                  <a:pt x="5646259" y="1752982"/>
                  <a:pt x="5582464" y="1816777"/>
                  <a:pt x="5503769" y="1816777"/>
                </a:cubicBezTo>
                <a:lnTo>
                  <a:pt x="35623" y="1816777"/>
                </a:lnTo>
                <a:cubicBezTo>
                  <a:pt x="15949" y="1816777"/>
                  <a:pt x="0" y="1800828"/>
                  <a:pt x="0" y="17811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56231" y="914631"/>
            <a:ext cx="35623" cy="1816777"/>
          </a:xfrm>
          <a:custGeom>
            <a:avLst/>
            <a:gdLst/>
            <a:ahLst/>
            <a:cxnLst/>
            <a:rect l="l" t="t" r="r" b="b"/>
            <a:pathLst>
              <a:path w="35623" h="1816777">
                <a:moveTo>
                  <a:pt x="35623" y="0"/>
                </a:moveTo>
                <a:lnTo>
                  <a:pt x="35623" y="0"/>
                </a:lnTo>
                <a:lnTo>
                  <a:pt x="35623" y="1816777"/>
                </a:lnTo>
                <a:lnTo>
                  <a:pt x="35623" y="1816777"/>
                </a:lnTo>
                <a:cubicBezTo>
                  <a:pt x="15949" y="1816777"/>
                  <a:pt x="0" y="1800828"/>
                  <a:pt x="0" y="17811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16535" y="1057123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745" y="1199616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6679" y="26717"/>
                </a:moveTo>
                <a:cubicBezTo>
                  <a:pt x="6679" y="11981"/>
                  <a:pt x="18660" y="0"/>
                  <a:pt x="33397" y="0"/>
                </a:cubicBezTo>
                <a:lnTo>
                  <a:pt x="126907" y="0"/>
                </a:lnTo>
                <a:cubicBezTo>
                  <a:pt x="141643" y="0"/>
                  <a:pt x="153625" y="11981"/>
                  <a:pt x="153625" y="26717"/>
                </a:cubicBezTo>
                <a:lnTo>
                  <a:pt x="153625" y="187021"/>
                </a:lnTo>
                <a:cubicBezTo>
                  <a:pt x="153625" y="201757"/>
                  <a:pt x="141643" y="213738"/>
                  <a:pt x="126907" y="213738"/>
                </a:cubicBezTo>
                <a:lnTo>
                  <a:pt x="33397" y="213738"/>
                </a:lnTo>
                <a:cubicBezTo>
                  <a:pt x="18660" y="213738"/>
                  <a:pt x="6679" y="201757"/>
                  <a:pt x="6679" y="187021"/>
                </a:cubicBezTo>
                <a:lnTo>
                  <a:pt x="6679" y="26717"/>
                </a:lnTo>
                <a:close/>
                <a:moveTo>
                  <a:pt x="33397" y="26717"/>
                </a:moveTo>
                <a:lnTo>
                  <a:pt x="33397" y="153625"/>
                </a:lnTo>
                <a:lnTo>
                  <a:pt x="126907" y="153625"/>
                </a:lnTo>
                <a:lnTo>
                  <a:pt x="126907" y="26717"/>
                </a:lnTo>
                <a:lnTo>
                  <a:pt x="33397" y="26717"/>
                </a:lnTo>
                <a:close/>
                <a:moveTo>
                  <a:pt x="80152" y="197040"/>
                </a:moveTo>
                <a:cubicBezTo>
                  <a:pt x="87541" y="197040"/>
                  <a:pt x="93511" y="191071"/>
                  <a:pt x="93511" y="183682"/>
                </a:cubicBezTo>
                <a:cubicBezTo>
                  <a:pt x="93511" y="176293"/>
                  <a:pt x="87541" y="170323"/>
                  <a:pt x="80152" y="170323"/>
                </a:cubicBezTo>
                <a:cubicBezTo>
                  <a:pt x="72763" y="170323"/>
                  <a:pt x="66793" y="176293"/>
                  <a:pt x="66793" y="183682"/>
                </a:cubicBezTo>
                <a:cubicBezTo>
                  <a:pt x="66793" y="191071"/>
                  <a:pt x="72763" y="197040"/>
                  <a:pt x="80152" y="19704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57751" y="1057123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Wearable-Free = Adoption Breakthrough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7751" y="1377731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Eliminate the #1 barrier to elderly care technology adoption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57751" y="1662716"/>
            <a:ext cx="2315500" cy="534346"/>
          </a:xfrm>
          <a:custGeom>
            <a:avLst/>
            <a:gdLst/>
            <a:ahLst/>
            <a:cxnLst/>
            <a:rect l="l" t="t" r="r" b="b"/>
            <a:pathLst>
              <a:path w="2315500" h="534346">
                <a:moveTo>
                  <a:pt x="71244" y="0"/>
                </a:moveTo>
                <a:lnTo>
                  <a:pt x="2244256" y="0"/>
                </a:lnTo>
                <a:cubicBezTo>
                  <a:pt x="2283603" y="0"/>
                  <a:pt x="2315500" y="31897"/>
                  <a:pt x="2315500" y="71244"/>
                </a:cubicBezTo>
                <a:lnTo>
                  <a:pt x="2315500" y="463102"/>
                </a:lnTo>
                <a:cubicBezTo>
                  <a:pt x="2315500" y="502449"/>
                  <a:pt x="2283603" y="534346"/>
                  <a:pt x="2244256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02280" y="1733962"/>
            <a:ext cx="2226443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Wearables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4468" y="1876454"/>
            <a:ext cx="226206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46445" y="1662716"/>
            <a:ext cx="2315500" cy="534346"/>
          </a:xfrm>
          <a:custGeom>
            <a:avLst/>
            <a:gdLst/>
            <a:ahLst/>
            <a:cxnLst/>
            <a:rect l="l" t="t" r="r" b="b"/>
            <a:pathLst>
              <a:path w="2315500" h="534346">
                <a:moveTo>
                  <a:pt x="71244" y="0"/>
                </a:moveTo>
                <a:lnTo>
                  <a:pt x="2244256" y="0"/>
                </a:lnTo>
                <a:cubicBezTo>
                  <a:pt x="2283603" y="0"/>
                  <a:pt x="2315500" y="31897"/>
                  <a:pt x="2315500" y="71244"/>
                </a:cubicBezTo>
                <a:lnTo>
                  <a:pt x="2315500" y="463102"/>
                </a:lnTo>
                <a:cubicBezTo>
                  <a:pt x="2315500" y="502449"/>
                  <a:pt x="2283603" y="534346"/>
                  <a:pt x="2244256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90974" y="1733962"/>
            <a:ext cx="2226443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SmartGuard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73163" y="1876454"/>
            <a:ext cx="226206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57751" y="2268308"/>
            <a:ext cx="4702247" cy="320608"/>
          </a:xfrm>
          <a:custGeom>
            <a:avLst/>
            <a:gdLst/>
            <a:ahLst/>
            <a:cxnLst/>
            <a:rect l="l" t="t" r="r" b="b"/>
            <a:pathLst>
              <a:path w="4702247" h="320608">
                <a:moveTo>
                  <a:pt x="71245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5"/>
                </a:cubicBezTo>
                <a:lnTo>
                  <a:pt x="4702247" y="249362"/>
                </a:lnTo>
                <a:cubicBezTo>
                  <a:pt x="4702247" y="288710"/>
                  <a:pt x="4670349" y="320608"/>
                  <a:pt x="4631001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228997" y="2339554"/>
            <a:ext cx="462209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2.7X better</a:t>
            </a: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adoption rate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6231" y="2838277"/>
            <a:ext cx="5646259" cy="2083950"/>
          </a:xfrm>
          <a:custGeom>
            <a:avLst/>
            <a:gdLst/>
            <a:ahLst/>
            <a:cxnLst/>
            <a:rect l="l" t="t" r="r" b="b"/>
            <a:pathLst>
              <a:path w="5646259" h="2083950">
                <a:moveTo>
                  <a:pt x="35623" y="0"/>
                </a:moveTo>
                <a:lnTo>
                  <a:pt x="5503758" y="0"/>
                </a:lnTo>
                <a:cubicBezTo>
                  <a:pt x="5582459" y="0"/>
                  <a:pt x="5646259" y="63800"/>
                  <a:pt x="5646259" y="142501"/>
                </a:cubicBezTo>
                <a:lnTo>
                  <a:pt x="5646259" y="1941450"/>
                </a:lnTo>
                <a:cubicBezTo>
                  <a:pt x="5646259" y="2020151"/>
                  <a:pt x="5582459" y="2083950"/>
                  <a:pt x="5503758" y="2083950"/>
                </a:cubicBezTo>
                <a:lnTo>
                  <a:pt x="35623" y="2083950"/>
                </a:lnTo>
                <a:cubicBezTo>
                  <a:pt x="15949" y="2083950"/>
                  <a:pt x="0" y="2068001"/>
                  <a:pt x="0" y="2048327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56231" y="2838277"/>
            <a:ext cx="35623" cy="2083950"/>
          </a:xfrm>
          <a:custGeom>
            <a:avLst/>
            <a:gdLst/>
            <a:ahLst/>
            <a:cxnLst/>
            <a:rect l="l" t="t" r="r" b="b"/>
            <a:pathLst>
              <a:path w="35623" h="2083950">
                <a:moveTo>
                  <a:pt x="35623" y="0"/>
                </a:moveTo>
                <a:lnTo>
                  <a:pt x="35623" y="0"/>
                </a:lnTo>
                <a:lnTo>
                  <a:pt x="35623" y="2083950"/>
                </a:lnTo>
                <a:lnTo>
                  <a:pt x="35623" y="2083950"/>
                </a:lnTo>
                <a:cubicBezTo>
                  <a:pt x="15949" y="2083950"/>
                  <a:pt x="0" y="2068001"/>
                  <a:pt x="0" y="2048327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6535" y="2980770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2386" y="3123262"/>
            <a:ext cx="187021" cy="213738"/>
          </a:xfrm>
          <a:custGeom>
            <a:avLst/>
            <a:gdLst/>
            <a:ahLst/>
            <a:cxnLst/>
            <a:rect l="l" t="t" r="r" b="b"/>
            <a:pathLst>
              <a:path w="187021" h="213738">
                <a:moveTo>
                  <a:pt x="0" y="26717"/>
                </a:moveTo>
                <a:cubicBezTo>
                  <a:pt x="0" y="19328"/>
                  <a:pt x="5970" y="13359"/>
                  <a:pt x="13359" y="13359"/>
                </a:cubicBezTo>
                <a:lnTo>
                  <a:pt x="46755" y="13359"/>
                </a:lnTo>
                <a:cubicBezTo>
                  <a:pt x="79943" y="13359"/>
                  <a:pt x="106869" y="40285"/>
                  <a:pt x="106869" y="73473"/>
                </a:cubicBezTo>
                <a:cubicBezTo>
                  <a:pt x="106869" y="96141"/>
                  <a:pt x="94346" y="115845"/>
                  <a:pt x="75810" y="126114"/>
                </a:cubicBezTo>
                <a:lnTo>
                  <a:pt x="92926" y="183181"/>
                </a:lnTo>
                <a:cubicBezTo>
                  <a:pt x="95055" y="190236"/>
                  <a:pt x="91048" y="197708"/>
                  <a:pt x="83951" y="199795"/>
                </a:cubicBezTo>
                <a:cubicBezTo>
                  <a:pt x="76854" y="201883"/>
                  <a:pt x="69423" y="197917"/>
                  <a:pt x="67336" y="190820"/>
                </a:cubicBezTo>
                <a:lnTo>
                  <a:pt x="50137" y="133503"/>
                </a:lnTo>
                <a:cubicBezTo>
                  <a:pt x="49010" y="133545"/>
                  <a:pt x="47882" y="133587"/>
                  <a:pt x="46755" y="133587"/>
                </a:cubicBezTo>
                <a:lnTo>
                  <a:pt x="26717" y="133587"/>
                </a:lnTo>
                <a:lnTo>
                  <a:pt x="26717" y="187021"/>
                </a:lnTo>
                <a:cubicBezTo>
                  <a:pt x="26717" y="194410"/>
                  <a:pt x="20748" y="200380"/>
                  <a:pt x="13359" y="200380"/>
                </a:cubicBezTo>
                <a:cubicBezTo>
                  <a:pt x="5970" y="200380"/>
                  <a:pt x="0" y="194410"/>
                  <a:pt x="0" y="187021"/>
                </a:cubicBezTo>
                <a:lnTo>
                  <a:pt x="0" y="26717"/>
                </a:lnTo>
                <a:close/>
                <a:moveTo>
                  <a:pt x="26717" y="106869"/>
                </a:moveTo>
                <a:lnTo>
                  <a:pt x="46755" y="106869"/>
                </a:lnTo>
                <a:cubicBezTo>
                  <a:pt x="65207" y="106869"/>
                  <a:pt x="80152" y="91924"/>
                  <a:pt x="80152" y="73473"/>
                </a:cubicBezTo>
                <a:cubicBezTo>
                  <a:pt x="80152" y="55021"/>
                  <a:pt x="65207" y="40076"/>
                  <a:pt x="46755" y="40076"/>
                </a:cubicBezTo>
                <a:lnTo>
                  <a:pt x="26717" y="40076"/>
                </a:lnTo>
                <a:lnTo>
                  <a:pt x="26717" y="106869"/>
                </a:lnTo>
                <a:close/>
                <a:moveTo>
                  <a:pt x="145735" y="93511"/>
                </a:moveTo>
                <a:lnTo>
                  <a:pt x="160304" y="93511"/>
                </a:lnTo>
                <a:cubicBezTo>
                  <a:pt x="167693" y="93511"/>
                  <a:pt x="173663" y="99480"/>
                  <a:pt x="173663" y="106869"/>
                </a:cubicBezTo>
                <a:cubicBezTo>
                  <a:pt x="173663" y="114258"/>
                  <a:pt x="167693" y="120228"/>
                  <a:pt x="160304" y="120228"/>
                </a:cubicBezTo>
                <a:lnTo>
                  <a:pt x="145735" y="120228"/>
                </a:lnTo>
                <a:cubicBezTo>
                  <a:pt x="142729" y="120228"/>
                  <a:pt x="140266" y="122691"/>
                  <a:pt x="140266" y="125697"/>
                </a:cubicBezTo>
                <a:cubicBezTo>
                  <a:pt x="140266" y="128076"/>
                  <a:pt x="141810" y="130163"/>
                  <a:pt x="144065" y="130915"/>
                </a:cubicBezTo>
                <a:lnTo>
                  <a:pt x="164687" y="137552"/>
                </a:lnTo>
                <a:cubicBezTo>
                  <a:pt x="178004" y="141852"/>
                  <a:pt x="187021" y="154209"/>
                  <a:pt x="187021" y="168194"/>
                </a:cubicBezTo>
                <a:cubicBezTo>
                  <a:pt x="187021" y="185978"/>
                  <a:pt x="172619" y="200380"/>
                  <a:pt x="154835" y="200380"/>
                </a:cubicBezTo>
                <a:lnTo>
                  <a:pt x="133587" y="200380"/>
                </a:lnTo>
                <a:cubicBezTo>
                  <a:pt x="126198" y="200380"/>
                  <a:pt x="120228" y="194410"/>
                  <a:pt x="120228" y="187021"/>
                </a:cubicBezTo>
                <a:cubicBezTo>
                  <a:pt x="120228" y="179632"/>
                  <a:pt x="126198" y="173663"/>
                  <a:pt x="133587" y="173663"/>
                </a:cubicBezTo>
                <a:lnTo>
                  <a:pt x="154835" y="173663"/>
                </a:lnTo>
                <a:cubicBezTo>
                  <a:pt x="157841" y="173663"/>
                  <a:pt x="160304" y="171200"/>
                  <a:pt x="160304" y="168194"/>
                </a:cubicBezTo>
                <a:cubicBezTo>
                  <a:pt x="160304" y="165814"/>
                  <a:pt x="158759" y="163727"/>
                  <a:pt x="156505" y="162976"/>
                </a:cubicBezTo>
                <a:lnTo>
                  <a:pt x="135883" y="156338"/>
                </a:lnTo>
                <a:cubicBezTo>
                  <a:pt x="122566" y="152038"/>
                  <a:pt x="113549" y="139681"/>
                  <a:pt x="113549" y="125697"/>
                </a:cubicBezTo>
                <a:cubicBezTo>
                  <a:pt x="113549" y="107913"/>
                  <a:pt x="127951" y="93511"/>
                  <a:pt x="145735" y="935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57751" y="2980770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Zero Hardware Cost = Maximum 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7751" y="3301377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existing smartphones—no inventory, no logistics, no delays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57751" y="3586362"/>
            <a:ext cx="4702247" cy="356231"/>
          </a:xfrm>
          <a:custGeom>
            <a:avLst/>
            <a:gdLst/>
            <a:ahLst/>
            <a:cxnLst/>
            <a:rect l="l" t="t" r="r" b="b"/>
            <a:pathLst>
              <a:path w="4702247" h="356231">
                <a:moveTo>
                  <a:pt x="71246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6"/>
                </a:cubicBezTo>
                <a:lnTo>
                  <a:pt x="4702247" y="284985"/>
                </a:lnTo>
                <a:cubicBezTo>
                  <a:pt x="4702247" y="324333"/>
                  <a:pt x="4670349" y="356231"/>
                  <a:pt x="4631001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228997" y="3675420"/>
            <a:ext cx="89057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Wearable Cost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3083" y="3657608"/>
            <a:ext cx="721367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₹10K-20K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62204" y="4018292"/>
            <a:ext cx="4693341" cy="365137"/>
          </a:xfrm>
          <a:custGeom>
            <a:avLst/>
            <a:gdLst/>
            <a:ahLst/>
            <a:cxnLst/>
            <a:rect l="l" t="t" r="r" b="b"/>
            <a:pathLst>
              <a:path w="4693341" h="365137">
                <a:moveTo>
                  <a:pt x="71245" y="0"/>
                </a:moveTo>
                <a:lnTo>
                  <a:pt x="4622096" y="0"/>
                </a:lnTo>
                <a:cubicBezTo>
                  <a:pt x="4661443" y="0"/>
                  <a:pt x="4693341" y="31898"/>
                  <a:pt x="4693341" y="71245"/>
                </a:cubicBezTo>
                <a:lnTo>
                  <a:pt x="4693341" y="293891"/>
                </a:lnTo>
                <a:cubicBezTo>
                  <a:pt x="4693341" y="333239"/>
                  <a:pt x="4661443" y="365137"/>
                  <a:pt x="4622096" y="365137"/>
                </a:cubicBezTo>
                <a:lnTo>
                  <a:pt x="71245" y="365137"/>
                </a:lnTo>
                <a:cubicBezTo>
                  <a:pt x="31924" y="365137"/>
                  <a:pt x="0" y="333213"/>
                  <a:pt x="0" y="293891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237903" y="4111803"/>
            <a:ext cx="103306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SmartGuard Cost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5247" y="4093991"/>
            <a:ext cx="231550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57751" y="4459128"/>
            <a:ext cx="4702247" cy="320608"/>
          </a:xfrm>
          <a:custGeom>
            <a:avLst/>
            <a:gdLst/>
            <a:ahLst/>
            <a:cxnLst/>
            <a:rect l="l" t="t" r="r" b="b"/>
            <a:pathLst>
              <a:path w="4702247" h="320608">
                <a:moveTo>
                  <a:pt x="71245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5"/>
                </a:cubicBezTo>
                <a:lnTo>
                  <a:pt x="4702247" y="249362"/>
                </a:lnTo>
                <a:cubicBezTo>
                  <a:pt x="4702247" y="288710"/>
                  <a:pt x="4670349" y="320608"/>
                  <a:pt x="4631001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228997" y="4530374"/>
            <a:ext cx="462209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2000X scalability</a:t>
            </a: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advantage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6231" y="5029097"/>
            <a:ext cx="5646259" cy="1496169"/>
          </a:xfrm>
          <a:custGeom>
            <a:avLst/>
            <a:gdLst/>
            <a:ahLst/>
            <a:cxnLst/>
            <a:rect l="l" t="t" r="r" b="b"/>
            <a:pathLst>
              <a:path w="5646259" h="1496169">
                <a:moveTo>
                  <a:pt x="35623" y="0"/>
                </a:moveTo>
                <a:lnTo>
                  <a:pt x="5503763" y="0"/>
                </a:lnTo>
                <a:cubicBezTo>
                  <a:pt x="5582461" y="0"/>
                  <a:pt x="5646259" y="63797"/>
                  <a:pt x="5646259" y="142495"/>
                </a:cubicBezTo>
                <a:lnTo>
                  <a:pt x="5646259" y="1353674"/>
                </a:lnTo>
                <a:cubicBezTo>
                  <a:pt x="5646259" y="1432372"/>
                  <a:pt x="5582461" y="1496169"/>
                  <a:pt x="5503763" y="1496169"/>
                </a:cubicBezTo>
                <a:lnTo>
                  <a:pt x="35623" y="1496169"/>
                </a:lnTo>
                <a:cubicBezTo>
                  <a:pt x="15949" y="1496169"/>
                  <a:pt x="0" y="1480220"/>
                  <a:pt x="0" y="1460546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56231" y="5029097"/>
            <a:ext cx="35623" cy="1496169"/>
          </a:xfrm>
          <a:custGeom>
            <a:avLst/>
            <a:gdLst/>
            <a:ahLst/>
            <a:cxnLst/>
            <a:rect l="l" t="t" r="r" b="b"/>
            <a:pathLst>
              <a:path w="35623" h="1496169">
                <a:moveTo>
                  <a:pt x="35623" y="0"/>
                </a:moveTo>
                <a:lnTo>
                  <a:pt x="35623" y="0"/>
                </a:lnTo>
                <a:lnTo>
                  <a:pt x="35623" y="1496169"/>
                </a:lnTo>
                <a:lnTo>
                  <a:pt x="35623" y="1496169"/>
                </a:lnTo>
                <a:cubicBezTo>
                  <a:pt x="15949" y="1496169"/>
                  <a:pt x="0" y="1480220"/>
                  <a:pt x="0" y="1460546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16535" y="5171589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85745" y="5314082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53435" y="40076"/>
                </a:moveTo>
                <a:lnTo>
                  <a:pt x="53435" y="66793"/>
                </a:lnTo>
                <a:lnTo>
                  <a:pt x="106869" y="66793"/>
                </a:lnTo>
                <a:lnTo>
                  <a:pt x="106869" y="40076"/>
                </a:lnTo>
                <a:cubicBezTo>
                  <a:pt x="106869" y="25340"/>
                  <a:pt x="94888" y="13359"/>
                  <a:pt x="80152" y="13359"/>
                </a:cubicBezTo>
                <a:cubicBezTo>
                  <a:pt x="65416" y="13359"/>
                  <a:pt x="53435" y="25340"/>
                  <a:pt x="53435" y="40076"/>
                </a:cubicBezTo>
                <a:close/>
                <a:moveTo>
                  <a:pt x="26717" y="66793"/>
                </a:moveTo>
                <a:lnTo>
                  <a:pt x="26717" y="40076"/>
                </a:lnTo>
                <a:cubicBezTo>
                  <a:pt x="26717" y="10562"/>
                  <a:pt x="50638" y="-13359"/>
                  <a:pt x="80152" y="-13359"/>
                </a:cubicBezTo>
                <a:cubicBezTo>
                  <a:pt x="109666" y="-13359"/>
                  <a:pt x="133587" y="10562"/>
                  <a:pt x="133587" y="40076"/>
                </a:cubicBezTo>
                <a:lnTo>
                  <a:pt x="133587" y="66793"/>
                </a:lnTo>
                <a:cubicBezTo>
                  <a:pt x="148323" y="66793"/>
                  <a:pt x="160304" y="78774"/>
                  <a:pt x="160304" y="93511"/>
                </a:cubicBezTo>
                <a:lnTo>
                  <a:pt x="160304" y="187021"/>
                </a:lnTo>
                <a:cubicBezTo>
                  <a:pt x="160304" y="201757"/>
                  <a:pt x="148323" y="213738"/>
                  <a:pt x="133587" y="213738"/>
                </a:cubicBezTo>
                <a:lnTo>
                  <a:pt x="26717" y="213738"/>
                </a:lnTo>
                <a:cubicBezTo>
                  <a:pt x="11981" y="213738"/>
                  <a:pt x="0" y="201757"/>
                  <a:pt x="0" y="187021"/>
                </a:cubicBezTo>
                <a:lnTo>
                  <a:pt x="0" y="93511"/>
                </a:lnTo>
                <a:cubicBezTo>
                  <a:pt x="0" y="78774"/>
                  <a:pt x="11981" y="66793"/>
                  <a:pt x="26717" y="6679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57751" y="5171589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Privacy-First Design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7751" y="5492197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 on-device processing—no video ever leaves the phone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75562" y="5794993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407112" y="5777182"/>
            <a:ext cx="130024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cloud video upload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75562" y="6008732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407112" y="5990920"/>
            <a:ext cx="117556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Skeleton points only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75562" y="6222470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407112" y="6204659"/>
            <a:ext cx="988541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 compliant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6690" y="914631"/>
            <a:ext cx="5646259" cy="1816777"/>
          </a:xfrm>
          <a:custGeom>
            <a:avLst/>
            <a:gdLst/>
            <a:ahLst/>
            <a:cxnLst/>
            <a:rect l="l" t="t" r="r" b="b"/>
            <a:pathLst>
              <a:path w="5646259" h="1816777">
                <a:moveTo>
                  <a:pt x="35623" y="0"/>
                </a:moveTo>
                <a:lnTo>
                  <a:pt x="5503769" y="0"/>
                </a:lnTo>
                <a:cubicBezTo>
                  <a:pt x="5582464" y="0"/>
                  <a:pt x="5646259" y="63795"/>
                  <a:pt x="5646259" y="142490"/>
                </a:cubicBezTo>
                <a:lnTo>
                  <a:pt x="5646259" y="1674287"/>
                </a:lnTo>
                <a:cubicBezTo>
                  <a:pt x="5646259" y="1752982"/>
                  <a:pt x="5582464" y="1816777"/>
                  <a:pt x="5503769" y="1816777"/>
                </a:cubicBezTo>
                <a:lnTo>
                  <a:pt x="35623" y="1816777"/>
                </a:lnTo>
                <a:cubicBezTo>
                  <a:pt x="15949" y="1816777"/>
                  <a:pt x="0" y="1800828"/>
                  <a:pt x="0" y="17811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166690" y="914631"/>
            <a:ext cx="35623" cy="1816777"/>
          </a:xfrm>
          <a:custGeom>
            <a:avLst/>
            <a:gdLst/>
            <a:ahLst/>
            <a:cxnLst/>
            <a:rect l="l" t="t" r="r" b="b"/>
            <a:pathLst>
              <a:path w="35623" h="1816777">
                <a:moveTo>
                  <a:pt x="35623" y="0"/>
                </a:moveTo>
                <a:lnTo>
                  <a:pt x="35623" y="0"/>
                </a:lnTo>
                <a:lnTo>
                  <a:pt x="35623" y="1816777"/>
                </a:lnTo>
                <a:lnTo>
                  <a:pt x="35623" y="1816777"/>
                </a:lnTo>
                <a:cubicBezTo>
                  <a:pt x="15949" y="1816777"/>
                  <a:pt x="0" y="1800828"/>
                  <a:pt x="0" y="17811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326994" y="1057123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456128" y="1199616"/>
            <a:ext cx="240456" cy="213738"/>
          </a:xfrm>
          <a:custGeom>
            <a:avLst/>
            <a:gdLst/>
            <a:ahLst/>
            <a:cxnLst/>
            <a:rect l="l" t="t" r="r" b="b"/>
            <a:pathLst>
              <a:path w="240456" h="213738">
                <a:moveTo>
                  <a:pt x="120228" y="40076"/>
                </a:moveTo>
                <a:cubicBezTo>
                  <a:pt x="82281" y="40076"/>
                  <a:pt x="47924" y="55104"/>
                  <a:pt x="22668" y="79567"/>
                </a:cubicBezTo>
                <a:cubicBezTo>
                  <a:pt x="17366" y="84702"/>
                  <a:pt x="8892" y="84577"/>
                  <a:pt x="3799" y="79275"/>
                </a:cubicBezTo>
                <a:cubicBezTo>
                  <a:pt x="-1294" y="73974"/>
                  <a:pt x="-1211" y="65499"/>
                  <a:pt x="4091" y="60406"/>
                </a:cubicBezTo>
                <a:cubicBezTo>
                  <a:pt x="34106" y="31268"/>
                  <a:pt x="75101" y="13359"/>
                  <a:pt x="120228" y="13359"/>
                </a:cubicBezTo>
                <a:cubicBezTo>
                  <a:pt x="165355" y="13359"/>
                  <a:pt x="206349" y="31268"/>
                  <a:pt x="236406" y="60406"/>
                </a:cubicBezTo>
                <a:cubicBezTo>
                  <a:pt x="241708" y="65541"/>
                  <a:pt x="241833" y="74015"/>
                  <a:pt x="236699" y="79275"/>
                </a:cubicBezTo>
                <a:cubicBezTo>
                  <a:pt x="231564" y="84535"/>
                  <a:pt x="223090" y="84702"/>
                  <a:pt x="217830" y="79567"/>
                </a:cubicBezTo>
                <a:cubicBezTo>
                  <a:pt x="192532" y="55104"/>
                  <a:pt x="158175" y="40076"/>
                  <a:pt x="120228" y="40076"/>
                </a:cubicBezTo>
                <a:close/>
                <a:moveTo>
                  <a:pt x="100190" y="180342"/>
                </a:moveTo>
                <a:cubicBezTo>
                  <a:pt x="100190" y="169283"/>
                  <a:pt x="109169" y="160304"/>
                  <a:pt x="120228" y="160304"/>
                </a:cubicBezTo>
                <a:cubicBezTo>
                  <a:pt x="131287" y="160304"/>
                  <a:pt x="140266" y="169283"/>
                  <a:pt x="140266" y="180342"/>
                </a:cubicBezTo>
                <a:cubicBezTo>
                  <a:pt x="140266" y="191401"/>
                  <a:pt x="131287" y="200380"/>
                  <a:pt x="120228" y="200380"/>
                </a:cubicBezTo>
                <a:cubicBezTo>
                  <a:pt x="109169" y="200380"/>
                  <a:pt x="100190" y="191401"/>
                  <a:pt x="100190" y="180342"/>
                </a:cubicBezTo>
                <a:close/>
                <a:moveTo>
                  <a:pt x="70133" y="136175"/>
                </a:moveTo>
                <a:cubicBezTo>
                  <a:pt x="65249" y="141727"/>
                  <a:pt x="56816" y="142228"/>
                  <a:pt x="51264" y="137344"/>
                </a:cubicBezTo>
                <a:cubicBezTo>
                  <a:pt x="45712" y="132459"/>
                  <a:pt x="45211" y="124027"/>
                  <a:pt x="50095" y="118475"/>
                </a:cubicBezTo>
                <a:cubicBezTo>
                  <a:pt x="67211" y="99105"/>
                  <a:pt x="92300" y="86831"/>
                  <a:pt x="120228" y="86831"/>
                </a:cubicBezTo>
                <a:cubicBezTo>
                  <a:pt x="148156" y="86831"/>
                  <a:pt x="173245" y="99105"/>
                  <a:pt x="190361" y="118475"/>
                </a:cubicBezTo>
                <a:cubicBezTo>
                  <a:pt x="195245" y="124027"/>
                  <a:pt x="194702" y="132459"/>
                  <a:pt x="189192" y="137344"/>
                </a:cubicBezTo>
                <a:cubicBezTo>
                  <a:pt x="183682" y="142228"/>
                  <a:pt x="175207" y="141685"/>
                  <a:pt x="170323" y="136175"/>
                </a:cubicBezTo>
                <a:cubicBezTo>
                  <a:pt x="158050" y="122273"/>
                  <a:pt x="140182" y="113549"/>
                  <a:pt x="120228" y="113549"/>
                </a:cubicBezTo>
                <a:cubicBezTo>
                  <a:pt x="100273" y="113549"/>
                  <a:pt x="82406" y="122273"/>
                  <a:pt x="70133" y="1361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968209" y="1057123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Offline Capability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68209" y="1377731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Works without internet—critical for rural India coverage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968209" y="1662716"/>
            <a:ext cx="1522887" cy="534346"/>
          </a:xfrm>
          <a:custGeom>
            <a:avLst/>
            <a:gdLst/>
            <a:ahLst/>
            <a:cxnLst/>
            <a:rect l="l" t="t" r="r" b="b"/>
            <a:pathLst>
              <a:path w="1522887" h="534346">
                <a:moveTo>
                  <a:pt x="71244" y="0"/>
                </a:moveTo>
                <a:lnTo>
                  <a:pt x="1451642" y="0"/>
                </a:lnTo>
                <a:cubicBezTo>
                  <a:pt x="1490990" y="0"/>
                  <a:pt x="1522887" y="31897"/>
                  <a:pt x="1522887" y="71244"/>
                </a:cubicBezTo>
                <a:lnTo>
                  <a:pt x="1522887" y="463102"/>
                </a:lnTo>
                <a:cubicBezTo>
                  <a:pt x="1522887" y="502449"/>
                  <a:pt x="1490990" y="534346"/>
                  <a:pt x="1451642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999380" y="1733962"/>
            <a:ext cx="146054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12738" y="1983323"/>
            <a:ext cx="143382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Urban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60673" y="1662716"/>
            <a:ext cx="1522887" cy="534346"/>
          </a:xfrm>
          <a:custGeom>
            <a:avLst/>
            <a:gdLst/>
            <a:ahLst/>
            <a:cxnLst/>
            <a:rect l="l" t="t" r="r" b="b"/>
            <a:pathLst>
              <a:path w="1522887" h="534346">
                <a:moveTo>
                  <a:pt x="71244" y="0"/>
                </a:moveTo>
                <a:lnTo>
                  <a:pt x="1451642" y="0"/>
                </a:lnTo>
                <a:cubicBezTo>
                  <a:pt x="1490990" y="0"/>
                  <a:pt x="1522887" y="31897"/>
                  <a:pt x="1522887" y="71244"/>
                </a:cubicBezTo>
                <a:lnTo>
                  <a:pt x="1522887" y="463102"/>
                </a:lnTo>
                <a:cubicBezTo>
                  <a:pt x="1522887" y="502449"/>
                  <a:pt x="1490990" y="534346"/>
                  <a:pt x="1451642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591843" y="1733962"/>
            <a:ext cx="146054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05201" y="1983323"/>
            <a:ext cx="143382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Semi-urban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153136" y="1662716"/>
            <a:ext cx="1522887" cy="534346"/>
          </a:xfrm>
          <a:custGeom>
            <a:avLst/>
            <a:gdLst/>
            <a:ahLst/>
            <a:cxnLst/>
            <a:rect l="l" t="t" r="r" b="b"/>
            <a:pathLst>
              <a:path w="1522887" h="534346">
                <a:moveTo>
                  <a:pt x="71244" y="0"/>
                </a:moveTo>
                <a:lnTo>
                  <a:pt x="1451642" y="0"/>
                </a:lnTo>
                <a:cubicBezTo>
                  <a:pt x="1490990" y="0"/>
                  <a:pt x="1522887" y="31897"/>
                  <a:pt x="1522887" y="71244"/>
                </a:cubicBezTo>
                <a:lnTo>
                  <a:pt x="1522887" y="463102"/>
                </a:lnTo>
                <a:cubicBezTo>
                  <a:pt x="1522887" y="502449"/>
                  <a:pt x="1490990" y="534346"/>
                  <a:pt x="1451642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0184306" y="1733962"/>
            <a:ext cx="146054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30-50%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197665" y="1983323"/>
            <a:ext cx="143382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Rural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968209" y="2268308"/>
            <a:ext cx="4702247" cy="320608"/>
          </a:xfrm>
          <a:custGeom>
            <a:avLst/>
            <a:gdLst/>
            <a:ahLst/>
            <a:cxnLst/>
            <a:rect l="l" t="t" r="r" b="b"/>
            <a:pathLst>
              <a:path w="4702247" h="320608">
                <a:moveTo>
                  <a:pt x="71245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5"/>
                </a:cubicBezTo>
                <a:lnTo>
                  <a:pt x="4702247" y="249362"/>
                </a:lnTo>
                <a:cubicBezTo>
                  <a:pt x="4702247" y="288710"/>
                  <a:pt x="4670349" y="320608"/>
                  <a:pt x="4631001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039456" y="2339554"/>
            <a:ext cx="462209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3X larger</a:t>
            </a: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addressable market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66690" y="2838277"/>
            <a:ext cx="5646259" cy="2066139"/>
          </a:xfrm>
          <a:custGeom>
            <a:avLst/>
            <a:gdLst/>
            <a:ahLst/>
            <a:cxnLst/>
            <a:rect l="l" t="t" r="r" b="b"/>
            <a:pathLst>
              <a:path w="5646259" h="2066139">
                <a:moveTo>
                  <a:pt x="35623" y="0"/>
                </a:moveTo>
                <a:lnTo>
                  <a:pt x="5503757" y="0"/>
                </a:lnTo>
                <a:cubicBezTo>
                  <a:pt x="5582458" y="0"/>
                  <a:pt x="5646259" y="63800"/>
                  <a:pt x="5646259" y="142502"/>
                </a:cubicBezTo>
                <a:lnTo>
                  <a:pt x="5646259" y="1923637"/>
                </a:lnTo>
                <a:cubicBezTo>
                  <a:pt x="5646259" y="2002339"/>
                  <a:pt x="5582458" y="2066139"/>
                  <a:pt x="5503757" y="2066139"/>
                </a:cubicBezTo>
                <a:lnTo>
                  <a:pt x="35623" y="2066139"/>
                </a:lnTo>
                <a:cubicBezTo>
                  <a:pt x="15949" y="2066139"/>
                  <a:pt x="0" y="2050190"/>
                  <a:pt x="0" y="2030516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166690" y="2838277"/>
            <a:ext cx="35623" cy="2066139"/>
          </a:xfrm>
          <a:custGeom>
            <a:avLst/>
            <a:gdLst/>
            <a:ahLst/>
            <a:cxnLst/>
            <a:rect l="l" t="t" r="r" b="b"/>
            <a:pathLst>
              <a:path w="35623" h="2066139">
                <a:moveTo>
                  <a:pt x="35623" y="0"/>
                </a:moveTo>
                <a:lnTo>
                  <a:pt x="35623" y="0"/>
                </a:lnTo>
                <a:lnTo>
                  <a:pt x="35623" y="2066139"/>
                </a:lnTo>
                <a:lnTo>
                  <a:pt x="35623" y="2066139"/>
                </a:lnTo>
                <a:cubicBezTo>
                  <a:pt x="15949" y="2066139"/>
                  <a:pt x="0" y="2050190"/>
                  <a:pt x="0" y="2030516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326994" y="2980770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469486" y="3123262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53435" y="133587"/>
                </a:moveTo>
                <a:lnTo>
                  <a:pt x="10228" y="133587"/>
                </a:lnTo>
                <a:cubicBezTo>
                  <a:pt x="-167" y="133587"/>
                  <a:pt x="-6554" y="122273"/>
                  <a:pt x="-1211" y="113340"/>
                </a:cubicBezTo>
                <a:lnTo>
                  <a:pt x="20873" y="76520"/>
                </a:lnTo>
                <a:cubicBezTo>
                  <a:pt x="24505" y="70467"/>
                  <a:pt x="31017" y="66793"/>
                  <a:pt x="38072" y="66793"/>
                </a:cubicBezTo>
                <a:lnTo>
                  <a:pt x="77731" y="66793"/>
                </a:lnTo>
                <a:cubicBezTo>
                  <a:pt x="109499" y="12983"/>
                  <a:pt x="156881" y="10269"/>
                  <a:pt x="188566" y="14903"/>
                </a:cubicBezTo>
                <a:cubicBezTo>
                  <a:pt x="193909" y="15696"/>
                  <a:pt x="198084" y="19871"/>
                  <a:pt x="198835" y="25173"/>
                </a:cubicBezTo>
                <a:cubicBezTo>
                  <a:pt x="203469" y="56858"/>
                  <a:pt x="200756" y="104239"/>
                  <a:pt x="146945" y="136008"/>
                </a:cubicBezTo>
                <a:lnTo>
                  <a:pt x="146945" y="175666"/>
                </a:lnTo>
                <a:cubicBezTo>
                  <a:pt x="146945" y="182721"/>
                  <a:pt x="143272" y="189234"/>
                  <a:pt x="137218" y="192866"/>
                </a:cubicBezTo>
                <a:lnTo>
                  <a:pt x="100399" y="214949"/>
                </a:lnTo>
                <a:cubicBezTo>
                  <a:pt x="91507" y="220293"/>
                  <a:pt x="80152" y="213864"/>
                  <a:pt x="80152" y="203511"/>
                </a:cubicBezTo>
                <a:lnTo>
                  <a:pt x="80152" y="160304"/>
                </a:lnTo>
                <a:cubicBezTo>
                  <a:pt x="80152" y="145568"/>
                  <a:pt x="68171" y="133587"/>
                  <a:pt x="53435" y="133587"/>
                </a:cubicBezTo>
                <a:lnTo>
                  <a:pt x="53393" y="133587"/>
                </a:lnTo>
                <a:close/>
                <a:moveTo>
                  <a:pt x="166983" y="66793"/>
                </a:moveTo>
                <a:cubicBezTo>
                  <a:pt x="166983" y="55734"/>
                  <a:pt x="158004" y="46755"/>
                  <a:pt x="146945" y="46755"/>
                </a:cubicBezTo>
                <a:cubicBezTo>
                  <a:pt x="135886" y="46755"/>
                  <a:pt x="126907" y="55734"/>
                  <a:pt x="126907" y="66793"/>
                </a:cubicBezTo>
                <a:cubicBezTo>
                  <a:pt x="126907" y="77853"/>
                  <a:pt x="135886" y="86831"/>
                  <a:pt x="146945" y="86831"/>
                </a:cubicBezTo>
                <a:cubicBezTo>
                  <a:pt x="158004" y="86831"/>
                  <a:pt x="166983" y="77853"/>
                  <a:pt x="166983" y="6679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968209" y="2980770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Immediate Deployment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968209" y="3301377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download to full protection in under 24 hours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968209" y="3586362"/>
            <a:ext cx="4702247" cy="356231"/>
          </a:xfrm>
          <a:custGeom>
            <a:avLst/>
            <a:gdLst/>
            <a:ahLst/>
            <a:cxnLst/>
            <a:rect l="l" t="t" r="r" b="b"/>
            <a:pathLst>
              <a:path w="4702247" h="356231">
                <a:moveTo>
                  <a:pt x="71246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6"/>
                </a:cubicBezTo>
                <a:lnTo>
                  <a:pt x="4702247" y="284985"/>
                </a:lnTo>
                <a:cubicBezTo>
                  <a:pt x="4702247" y="324333"/>
                  <a:pt x="4670349" y="356231"/>
                  <a:pt x="4631001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039456" y="3675420"/>
            <a:ext cx="7391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SmartGuard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910126" y="3657608"/>
            <a:ext cx="765896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&lt;24 Hours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968209" y="4013839"/>
            <a:ext cx="4702247" cy="356231"/>
          </a:xfrm>
          <a:custGeom>
            <a:avLst/>
            <a:gdLst/>
            <a:ahLst/>
            <a:cxnLst/>
            <a:rect l="l" t="t" r="r" b="b"/>
            <a:pathLst>
              <a:path w="4702247" h="356231">
                <a:moveTo>
                  <a:pt x="71246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6"/>
                </a:cubicBezTo>
                <a:lnTo>
                  <a:pt x="4702247" y="284985"/>
                </a:lnTo>
                <a:cubicBezTo>
                  <a:pt x="4702247" y="324333"/>
                  <a:pt x="4670349" y="356231"/>
                  <a:pt x="4631001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039456" y="4102897"/>
            <a:ext cx="65902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Wearables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906091" y="4085085"/>
            <a:ext cx="765896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2-3 Weeks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968209" y="4441316"/>
            <a:ext cx="4702247" cy="320608"/>
          </a:xfrm>
          <a:custGeom>
            <a:avLst/>
            <a:gdLst/>
            <a:ahLst/>
            <a:cxnLst/>
            <a:rect l="l" t="t" r="r" b="b"/>
            <a:pathLst>
              <a:path w="4702247" h="320608">
                <a:moveTo>
                  <a:pt x="71245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5"/>
                </a:cubicBezTo>
                <a:lnTo>
                  <a:pt x="4702247" y="249362"/>
                </a:lnTo>
                <a:cubicBezTo>
                  <a:pt x="4702247" y="288710"/>
                  <a:pt x="4670349" y="320608"/>
                  <a:pt x="4631001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039456" y="4512562"/>
            <a:ext cx="462209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20X faster</a:t>
            </a: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time-to-value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153331" y="5015738"/>
            <a:ext cx="5655164" cy="721367"/>
          </a:xfrm>
          <a:custGeom>
            <a:avLst/>
            <a:gdLst/>
            <a:ahLst/>
            <a:cxnLst/>
            <a:rect l="l" t="t" r="r" b="b"/>
            <a:pathLst>
              <a:path w="5655164" h="721367">
                <a:moveTo>
                  <a:pt x="142492" y="0"/>
                </a:moveTo>
                <a:lnTo>
                  <a:pt x="5512673" y="0"/>
                </a:lnTo>
                <a:cubicBezTo>
                  <a:pt x="5591369" y="0"/>
                  <a:pt x="5655164" y="63796"/>
                  <a:pt x="5655164" y="142492"/>
                </a:cubicBezTo>
                <a:lnTo>
                  <a:pt x="5655164" y="578876"/>
                </a:lnTo>
                <a:cubicBezTo>
                  <a:pt x="5655164" y="657519"/>
                  <a:pt x="5591316" y="721367"/>
                  <a:pt x="5512673" y="721367"/>
                </a:cubicBezTo>
                <a:lnTo>
                  <a:pt x="142492" y="721367"/>
                </a:lnTo>
                <a:cubicBezTo>
                  <a:pt x="63796" y="721367"/>
                  <a:pt x="0" y="657572"/>
                  <a:pt x="0" y="578876"/>
                </a:cubicBezTo>
                <a:lnTo>
                  <a:pt x="0" y="142492"/>
                </a:lnTo>
                <a:cubicBezTo>
                  <a:pt x="0" y="63848"/>
                  <a:pt x="63848" y="0"/>
                  <a:pt x="1424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EA5E9">
                  <a:alpha val="10000"/>
                </a:srgbClr>
              </a:gs>
            </a:gsLst>
            <a:lin ang="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398240" y="5319879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40159" y="0"/>
                </a:moveTo>
                <a:lnTo>
                  <a:pt x="102500" y="0"/>
                </a:lnTo>
                <a:cubicBezTo>
                  <a:pt x="109875" y="0"/>
                  <a:pt x="115886" y="6067"/>
                  <a:pt x="115608" y="13414"/>
                </a:cubicBezTo>
                <a:cubicBezTo>
                  <a:pt x="115552" y="14889"/>
                  <a:pt x="115497" y="16364"/>
                  <a:pt x="115413" y="17812"/>
                </a:cubicBezTo>
                <a:lnTo>
                  <a:pt x="129217" y="17812"/>
                </a:lnTo>
                <a:cubicBezTo>
                  <a:pt x="136481" y="17812"/>
                  <a:pt x="142882" y="23823"/>
                  <a:pt x="142325" y="31671"/>
                </a:cubicBezTo>
                <a:cubicBezTo>
                  <a:pt x="140238" y="60531"/>
                  <a:pt x="125488" y="76395"/>
                  <a:pt x="109485" y="84688"/>
                </a:cubicBezTo>
                <a:cubicBezTo>
                  <a:pt x="105088" y="86970"/>
                  <a:pt x="100607" y="88668"/>
                  <a:pt x="96349" y="89920"/>
                </a:cubicBezTo>
                <a:cubicBezTo>
                  <a:pt x="90728" y="97880"/>
                  <a:pt x="84883" y="102082"/>
                  <a:pt x="80235" y="104337"/>
                </a:cubicBezTo>
                <a:lnTo>
                  <a:pt x="80235" y="124681"/>
                </a:lnTo>
                <a:lnTo>
                  <a:pt x="98047" y="124681"/>
                </a:lnTo>
                <a:cubicBezTo>
                  <a:pt x="102973" y="124681"/>
                  <a:pt x="106953" y="128661"/>
                  <a:pt x="106953" y="133587"/>
                </a:cubicBezTo>
                <a:cubicBezTo>
                  <a:pt x="106953" y="138513"/>
                  <a:pt x="102973" y="142492"/>
                  <a:pt x="98047" y="142492"/>
                </a:cubicBezTo>
                <a:lnTo>
                  <a:pt x="44612" y="142492"/>
                </a:lnTo>
                <a:cubicBezTo>
                  <a:pt x="39686" y="142492"/>
                  <a:pt x="35707" y="138513"/>
                  <a:pt x="35707" y="133587"/>
                </a:cubicBezTo>
                <a:cubicBezTo>
                  <a:pt x="35707" y="128661"/>
                  <a:pt x="39686" y="124681"/>
                  <a:pt x="44612" y="124681"/>
                </a:cubicBezTo>
                <a:lnTo>
                  <a:pt x="62424" y="124681"/>
                </a:lnTo>
                <a:lnTo>
                  <a:pt x="62424" y="104337"/>
                </a:lnTo>
                <a:cubicBezTo>
                  <a:pt x="57971" y="102194"/>
                  <a:pt x="52433" y="98214"/>
                  <a:pt x="47034" y="90895"/>
                </a:cubicBezTo>
                <a:cubicBezTo>
                  <a:pt x="41913" y="89559"/>
                  <a:pt x="36347" y="87527"/>
                  <a:pt x="30920" y="84466"/>
                </a:cubicBezTo>
                <a:cubicBezTo>
                  <a:pt x="15863" y="76033"/>
                  <a:pt x="2282" y="60142"/>
                  <a:pt x="334" y="31615"/>
                </a:cubicBezTo>
                <a:cubicBezTo>
                  <a:pt x="-195" y="23795"/>
                  <a:pt x="6178" y="17784"/>
                  <a:pt x="13442" y="17784"/>
                </a:cubicBezTo>
                <a:lnTo>
                  <a:pt x="27246" y="17784"/>
                </a:lnTo>
                <a:cubicBezTo>
                  <a:pt x="27163" y="16337"/>
                  <a:pt x="27107" y="14889"/>
                  <a:pt x="27051" y="13386"/>
                </a:cubicBezTo>
                <a:cubicBezTo>
                  <a:pt x="26773" y="6011"/>
                  <a:pt x="32784" y="-28"/>
                  <a:pt x="40159" y="-28"/>
                </a:cubicBezTo>
                <a:close/>
                <a:moveTo>
                  <a:pt x="28248" y="31170"/>
                </a:moveTo>
                <a:lnTo>
                  <a:pt x="13665" y="31170"/>
                </a:lnTo>
                <a:cubicBezTo>
                  <a:pt x="15390" y="54743"/>
                  <a:pt x="26216" y="66543"/>
                  <a:pt x="37376" y="72805"/>
                </a:cubicBezTo>
                <a:cubicBezTo>
                  <a:pt x="33369" y="62424"/>
                  <a:pt x="30057" y="48870"/>
                  <a:pt x="28248" y="31170"/>
                </a:cubicBezTo>
                <a:close/>
                <a:moveTo>
                  <a:pt x="105756" y="71469"/>
                </a:moveTo>
                <a:cubicBezTo>
                  <a:pt x="117027" y="64845"/>
                  <a:pt x="127213" y="53073"/>
                  <a:pt x="128939" y="31170"/>
                </a:cubicBezTo>
                <a:lnTo>
                  <a:pt x="114383" y="31170"/>
                </a:lnTo>
                <a:cubicBezTo>
                  <a:pt x="112658" y="48119"/>
                  <a:pt x="109541" y="61283"/>
                  <a:pt x="105756" y="7146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492730" y="5162683"/>
            <a:ext cx="5204444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Bottom Line: We're not competing with wearables. We're </a:t>
            </a:r>
            <a:r>
              <a:rPr lang="en-US" sz="1122" b="1" dirty="0">
                <a:solidFill>
                  <a:srgbClr val="1E293B"/>
                </a:solidFill>
                <a:highlight>
                  <a:srgbClr val="10B981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MAKING THEM OBSOLETE </a:t>
            </a:r>
            <a:r>
              <a:rPr lang="en-US" sz="112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622" y="64886"/>
            <a:ext cx="1158448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kern="0" spc="46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Revenue &amp;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0622" y="297908"/>
            <a:ext cx="11676025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Business Model &amp; Social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622" y="730661"/>
            <a:ext cx="798930" cy="33289"/>
          </a:xfrm>
          <a:custGeom>
            <a:avLst/>
            <a:gdLst/>
            <a:ahLst/>
            <a:cxnLst/>
            <a:rect l="l" t="t" r="r" b="b"/>
            <a:pathLst>
              <a:path w="798930" h="33289">
                <a:moveTo>
                  <a:pt x="0" y="0"/>
                </a:moveTo>
                <a:lnTo>
                  <a:pt x="798930" y="0"/>
                </a:lnTo>
                <a:lnTo>
                  <a:pt x="798930" y="33289"/>
                </a:lnTo>
                <a:lnTo>
                  <a:pt x="0" y="33289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209" y="907118"/>
            <a:ext cx="5667408" cy="3703372"/>
          </a:xfrm>
          <a:custGeom>
            <a:avLst/>
            <a:gdLst/>
            <a:ahLst/>
            <a:cxnLst/>
            <a:rect l="l" t="t" r="r" b="b"/>
            <a:pathLst>
              <a:path w="5667408" h="3703372">
                <a:moveTo>
                  <a:pt x="133173" y="0"/>
                </a:moveTo>
                <a:lnTo>
                  <a:pt x="5534234" y="0"/>
                </a:lnTo>
                <a:cubicBezTo>
                  <a:pt x="5607784" y="0"/>
                  <a:pt x="5667408" y="59624"/>
                  <a:pt x="5667408" y="133173"/>
                </a:cubicBezTo>
                <a:lnTo>
                  <a:pt x="5667408" y="3570199"/>
                </a:lnTo>
                <a:cubicBezTo>
                  <a:pt x="5667408" y="3643748"/>
                  <a:pt x="5607784" y="3703372"/>
                  <a:pt x="5534234" y="3703372"/>
                </a:cubicBezTo>
                <a:lnTo>
                  <a:pt x="133173" y="3703372"/>
                </a:lnTo>
                <a:cubicBezTo>
                  <a:pt x="59624" y="3703372"/>
                  <a:pt x="0" y="3643748"/>
                  <a:pt x="0" y="3570199"/>
                </a:cubicBezTo>
                <a:lnTo>
                  <a:pt x="0" y="133173"/>
                </a:lnTo>
                <a:cubicBezTo>
                  <a:pt x="0" y="59673"/>
                  <a:pt x="59673" y="0"/>
                  <a:pt x="13317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2620" y="1111011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20805" y="20805"/>
                </a:moveTo>
                <a:cubicBezTo>
                  <a:pt x="20805" y="15051"/>
                  <a:pt x="16157" y="10403"/>
                  <a:pt x="10403" y="10403"/>
                </a:cubicBezTo>
                <a:cubicBezTo>
                  <a:pt x="4649" y="10403"/>
                  <a:pt x="0" y="15051"/>
                  <a:pt x="0" y="20805"/>
                </a:cubicBezTo>
                <a:lnTo>
                  <a:pt x="0" y="130034"/>
                </a:lnTo>
                <a:cubicBezTo>
                  <a:pt x="0" y="144403"/>
                  <a:pt x="11638" y="156041"/>
                  <a:pt x="26007" y="156041"/>
                </a:cubicBezTo>
                <a:lnTo>
                  <a:pt x="156041" y="156041"/>
                </a:lnTo>
                <a:cubicBezTo>
                  <a:pt x="161795" y="156041"/>
                  <a:pt x="166444" y="151392"/>
                  <a:pt x="166444" y="145638"/>
                </a:cubicBezTo>
                <a:cubicBezTo>
                  <a:pt x="166444" y="139884"/>
                  <a:pt x="161795" y="135235"/>
                  <a:pt x="156041" y="135235"/>
                </a:cubicBezTo>
                <a:lnTo>
                  <a:pt x="26007" y="135235"/>
                </a:lnTo>
                <a:cubicBezTo>
                  <a:pt x="23146" y="135235"/>
                  <a:pt x="20805" y="132895"/>
                  <a:pt x="20805" y="130034"/>
                </a:cubicBezTo>
                <a:lnTo>
                  <a:pt x="20805" y="20805"/>
                </a:lnTo>
                <a:close/>
                <a:moveTo>
                  <a:pt x="152985" y="48958"/>
                </a:moveTo>
                <a:cubicBezTo>
                  <a:pt x="157049" y="44894"/>
                  <a:pt x="157049" y="38295"/>
                  <a:pt x="152985" y="34231"/>
                </a:cubicBezTo>
                <a:cubicBezTo>
                  <a:pt x="148922" y="30168"/>
                  <a:pt x="142322" y="30168"/>
                  <a:pt x="138259" y="34231"/>
                </a:cubicBezTo>
                <a:lnTo>
                  <a:pt x="104027" y="68495"/>
                </a:lnTo>
                <a:lnTo>
                  <a:pt x="85367" y="49868"/>
                </a:lnTo>
                <a:cubicBezTo>
                  <a:pt x="81304" y="45805"/>
                  <a:pt x="74705" y="45805"/>
                  <a:pt x="70641" y="49868"/>
                </a:cubicBezTo>
                <a:lnTo>
                  <a:pt x="39433" y="81076"/>
                </a:lnTo>
                <a:cubicBezTo>
                  <a:pt x="35369" y="85140"/>
                  <a:pt x="35369" y="91739"/>
                  <a:pt x="39433" y="95803"/>
                </a:cubicBezTo>
                <a:cubicBezTo>
                  <a:pt x="43496" y="99866"/>
                  <a:pt x="50096" y="99866"/>
                  <a:pt x="54159" y="95803"/>
                </a:cubicBezTo>
                <a:lnTo>
                  <a:pt x="78020" y="71941"/>
                </a:lnTo>
                <a:lnTo>
                  <a:pt x="96680" y="90601"/>
                </a:lnTo>
                <a:cubicBezTo>
                  <a:pt x="100744" y="94665"/>
                  <a:pt x="107343" y="94665"/>
                  <a:pt x="111407" y="90601"/>
                </a:cubicBezTo>
                <a:lnTo>
                  <a:pt x="153018" y="4899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9869" y="1077723"/>
            <a:ext cx="520136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Financial Projections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8459" y="1443899"/>
            <a:ext cx="5309554" cy="932085"/>
          </a:xfrm>
          <a:custGeom>
            <a:avLst/>
            <a:gdLst/>
            <a:ahLst/>
            <a:cxnLst/>
            <a:rect l="l" t="t" r="r" b="b"/>
            <a:pathLst>
              <a:path w="5309554" h="932085">
                <a:moveTo>
                  <a:pt x="33289" y="0"/>
                </a:moveTo>
                <a:lnTo>
                  <a:pt x="5209690" y="0"/>
                </a:lnTo>
                <a:cubicBezTo>
                  <a:pt x="5264843" y="0"/>
                  <a:pt x="5309554" y="44710"/>
                  <a:pt x="5309554" y="99864"/>
                </a:cubicBezTo>
                <a:lnTo>
                  <a:pt x="5309554" y="832221"/>
                </a:lnTo>
                <a:cubicBezTo>
                  <a:pt x="5309554" y="887374"/>
                  <a:pt x="5264843" y="932085"/>
                  <a:pt x="5209690" y="932085"/>
                </a:cubicBez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28459" y="1443899"/>
            <a:ext cx="33289" cy="932085"/>
          </a:xfrm>
          <a:custGeom>
            <a:avLst/>
            <a:gdLst/>
            <a:ahLst/>
            <a:cxnLst/>
            <a:rect l="l" t="t" r="r" b="b"/>
            <a:pathLst>
              <a:path w="33289" h="932085">
                <a:moveTo>
                  <a:pt x="33289" y="0"/>
                </a:moveTo>
                <a:lnTo>
                  <a:pt x="33289" y="0"/>
                </a:lnTo>
                <a:lnTo>
                  <a:pt x="33289" y="932085"/>
                </a:ln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78258" y="1593698"/>
            <a:ext cx="52429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3249" y="1577054"/>
            <a:ext cx="557586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0EA5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₹60L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8258" y="1909941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Pilot Homes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8258" y="2076385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facilities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26667" y="1909941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Users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26667" y="2076385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 elderly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8459" y="2475850"/>
            <a:ext cx="5309554" cy="932085"/>
          </a:xfrm>
          <a:custGeom>
            <a:avLst/>
            <a:gdLst/>
            <a:ahLst/>
            <a:cxnLst/>
            <a:rect l="l" t="t" r="r" b="b"/>
            <a:pathLst>
              <a:path w="5309554" h="932085">
                <a:moveTo>
                  <a:pt x="33289" y="0"/>
                </a:moveTo>
                <a:lnTo>
                  <a:pt x="5209690" y="0"/>
                </a:lnTo>
                <a:cubicBezTo>
                  <a:pt x="5264843" y="0"/>
                  <a:pt x="5309554" y="44710"/>
                  <a:pt x="5309554" y="99864"/>
                </a:cubicBezTo>
                <a:lnTo>
                  <a:pt x="5309554" y="832221"/>
                </a:lnTo>
                <a:cubicBezTo>
                  <a:pt x="5309554" y="887374"/>
                  <a:pt x="5264843" y="932085"/>
                  <a:pt x="5209690" y="932085"/>
                </a:cubicBez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28459" y="2475850"/>
            <a:ext cx="33289" cy="932085"/>
          </a:xfrm>
          <a:custGeom>
            <a:avLst/>
            <a:gdLst/>
            <a:ahLst/>
            <a:cxnLst/>
            <a:rect l="l" t="t" r="r" b="b"/>
            <a:pathLst>
              <a:path w="33289" h="932085">
                <a:moveTo>
                  <a:pt x="33289" y="0"/>
                </a:moveTo>
                <a:lnTo>
                  <a:pt x="33289" y="0"/>
                </a:lnTo>
                <a:lnTo>
                  <a:pt x="33289" y="932085"/>
                </a:ln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8258" y="2625649"/>
            <a:ext cx="52429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64302" y="2609005"/>
            <a:ext cx="54094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₹3Cr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8258" y="2941892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Deployed Homes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258" y="3108336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 facilities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26667" y="2941892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Users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26667" y="3108336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25,000 elderly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8459" y="3507800"/>
            <a:ext cx="5309554" cy="932085"/>
          </a:xfrm>
          <a:custGeom>
            <a:avLst/>
            <a:gdLst/>
            <a:ahLst/>
            <a:cxnLst/>
            <a:rect l="l" t="t" r="r" b="b"/>
            <a:pathLst>
              <a:path w="5309554" h="932085">
                <a:moveTo>
                  <a:pt x="33289" y="0"/>
                </a:moveTo>
                <a:lnTo>
                  <a:pt x="5209690" y="0"/>
                </a:lnTo>
                <a:cubicBezTo>
                  <a:pt x="5264843" y="0"/>
                  <a:pt x="5309554" y="44710"/>
                  <a:pt x="5309554" y="99864"/>
                </a:cubicBezTo>
                <a:lnTo>
                  <a:pt x="5309554" y="832221"/>
                </a:lnTo>
                <a:cubicBezTo>
                  <a:pt x="5309554" y="887374"/>
                  <a:pt x="5264843" y="932085"/>
                  <a:pt x="5209690" y="932085"/>
                </a:cubicBez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F3E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28459" y="3507800"/>
            <a:ext cx="33289" cy="932085"/>
          </a:xfrm>
          <a:custGeom>
            <a:avLst/>
            <a:gdLst/>
            <a:ahLst/>
            <a:cxnLst/>
            <a:rect l="l" t="t" r="r" b="b"/>
            <a:pathLst>
              <a:path w="33289" h="932085">
                <a:moveTo>
                  <a:pt x="33289" y="0"/>
                </a:moveTo>
                <a:lnTo>
                  <a:pt x="33289" y="0"/>
                </a:lnTo>
                <a:lnTo>
                  <a:pt x="33289" y="932085"/>
                </a:ln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8258" y="3657600"/>
            <a:ext cx="52429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36612" y="3640955"/>
            <a:ext cx="773963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9810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₹12+Cr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8258" y="3973843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Deployed Homes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8258" y="4140286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2,000+ facilities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26667" y="3973843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Users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26667" y="4140286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100,000+ elderly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7048" y="4747806"/>
            <a:ext cx="5675730" cy="1847525"/>
          </a:xfrm>
          <a:custGeom>
            <a:avLst/>
            <a:gdLst/>
            <a:ahLst/>
            <a:cxnLst/>
            <a:rect l="l" t="t" r="r" b="b"/>
            <a:pathLst>
              <a:path w="5675730" h="1847525">
                <a:moveTo>
                  <a:pt x="133151" y="0"/>
                </a:moveTo>
                <a:lnTo>
                  <a:pt x="5542579" y="0"/>
                </a:lnTo>
                <a:cubicBezTo>
                  <a:pt x="5616116" y="0"/>
                  <a:pt x="5675730" y="59614"/>
                  <a:pt x="5675730" y="133151"/>
                </a:cubicBezTo>
                <a:lnTo>
                  <a:pt x="5675730" y="1714374"/>
                </a:lnTo>
                <a:cubicBezTo>
                  <a:pt x="5675730" y="1787911"/>
                  <a:pt x="5616116" y="1847525"/>
                  <a:pt x="5542579" y="1847525"/>
                </a:cubicBezTo>
                <a:lnTo>
                  <a:pt x="133151" y="1847525"/>
                </a:lnTo>
                <a:cubicBezTo>
                  <a:pt x="59614" y="1847525"/>
                  <a:pt x="0" y="1787911"/>
                  <a:pt x="0" y="1714374"/>
                </a:cubicBezTo>
                <a:lnTo>
                  <a:pt x="0" y="133151"/>
                </a:lnTo>
                <a:cubicBezTo>
                  <a:pt x="0" y="59663"/>
                  <a:pt x="59663" y="0"/>
                  <a:pt x="13315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1009" y="4922572"/>
            <a:ext cx="149799" cy="149799"/>
          </a:xfrm>
          <a:custGeom>
            <a:avLst/>
            <a:gdLst/>
            <a:ahLst/>
            <a:cxnLst/>
            <a:rect l="l" t="t" r="r" b="b"/>
            <a:pathLst>
              <a:path w="149799" h="149799">
                <a:moveTo>
                  <a:pt x="37450" y="28087"/>
                </a:moveTo>
                <a:lnTo>
                  <a:pt x="37450" y="23406"/>
                </a:lnTo>
                <a:cubicBezTo>
                  <a:pt x="37450" y="10474"/>
                  <a:pt x="62611" y="0"/>
                  <a:pt x="93625" y="0"/>
                </a:cubicBezTo>
                <a:cubicBezTo>
                  <a:pt x="124638" y="0"/>
                  <a:pt x="149799" y="10474"/>
                  <a:pt x="149799" y="23406"/>
                </a:cubicBezTo>
                <a:lnTo>
                  <a:pt x="149799" y="28087"/>
                </a:lnTo>
                <a:cubicBezTo>
                  <a:pt x="149799" y="37040"/>
                  <a:pt x="137716" y="44823"/>
                  <a:pt x="119956" y="48773"/>
                </a:cubicBezTo>
                <a:cubicBezTo>
                  <a:pt x="119254" y="47953"/>
                  <a:pt x="118523" y="47163"/>
                  <a:pt x="117791" y="46432"/>
                </a:cubicBezTo>
                <a:cubicBezTo>
                  <a:pt x="113256" y="41956"/>
                  <a:pt x="107405" y="38562"/>
                  <a:pt x="101290" y="36045"/>
                </a:cubicBezTo>
                <a:cubicBezTo>
                  <a:pt x="89031" y="30925"/>
                  <a:pt x="73056" y="28117"/>
                  <a:pt x="56175" y="28117"/>
                </a:cubicBezTo>
                <a:cubicBezTo>
                  <a:pt x="49767" y="28117"/>
                  <a:pt x="43506" y="28526"/>
                  <a:pt x="37508" y="29316"/>
                </a:cubicBezTo>
                <a:cubicBezTo>
                  <a:pt x="37450" y="28936"/>
                  <a:pt x="37450" y="28526"/>
                  <a:pt x="37450" y="28117"/>
                </a:cubicBezTo>
                <a:close/>
                <a:moveTo>
                  <a:pt x="126393" y="103280"/>
                </a:moveTo>
                <a:lnTo>
                  <a:pt x="126393" y="89763"/>
                </a:lnTo>
                <a:cubicBezTo>
                  <a:pt x="130811" y="88622"/>
                  <a:pt x="134966" y="87276"/>
                  <a:pt x="138740" y="85696"/>
                </a:cubicBezTo>
                <a:cubicBezTo>
                  <a:pt x="142602" y="84087"/>
                  <a:pt x="146376" y="82126"/>
                  <a:pt x="149799" y="79756"/>
                </a:cubicBezTo>
                <a:lnTo>
                  <a:pt x="149799" y="84262"/>
                </a:lnTo>
                <a:cubicBezTo>
                  <a:pt x="149799" y="92103"/>
                  <a:pt x="140583" y="99037"/>
                  <a:pt x="126393" y="103280"/>
                </a:cubicBezTo>
                <a:close/>
                <a:moveTo>
                  <a:pt x="126393" y="75192"/>
                </a:moveTo>
                <a:lnTo>
                  <a:pt x="126393" y="65537"/>
                </a:lnTo>
                <a:cubicBezTo>
                  <a:pt x="126393" y="64221"/>
                  <a:pt x="126276" y="62963"/>
                  <a:pt x="126101" y="61734"/>
                </a:cubicBezTo>
                <a:cubicBezTo>
                  <a:pt x="130636" y="60593"/>
                  <a:pt x="134878" y="59218"/>
                  <a:pt x="138740" y="57579"/>
                </a:cubicBezTo>
                <a:cubicBezTo>
                  <a:pt x="142602" y="55941"/>
                  <a:pt x="146376" y="54010"/>
                  <a:pt x="149799" y="51640"/>
                </a:cubicBezTo>
                <a:lnTo>
                  <a:pt x="149799" y="56145"/>
                </a:lnTo>
                <a:cubicBezTo>
                  <a:pt x="149799" y="63987"/>
                  <a:pt x="140583" y="70921"/>
                  <a:pt x="126393" y="75163"/>
                </a:cubicBezTo>
                <a:close/>
                <a:moveTo>
                  <a:pt x="0" y="70218"/>
                </a:moveTo>
                <a:lnTo>
                  <a:pt x="0" y="65537"/>
                </a:lnTo>
                <a:cubicBezTo>
                  <a:pt x="0" y="52605"/>
                  <a:pt x="25162" y="42131"/>
                  <a:pt x="56175" y="42131"/>
                </a:cubicBezTo>
                <a:cubicBezTo>
                  <a:pt x="87188" y="42131"/>
                  <a:pt x="112349" y="52605"/>
                  <a:pt x="112349" y="65537"/>
                </a:cubicBezTo>
                <a:lnTo>
                  <a:pt x="112349" y="70218"/>
                </a:lnTo>
                <a:cubicBezTo>
                  <a:pt x="112349" y="83150"/>
                  <a:pt x="87188" y="93625"/>
                  <a:pt x="56175" y="93625"/>
                </a:cubicBezTo>
                <a:cubicBezTo>
                  <a:pt x="25162" y="93625"/>
                  <a:pt x="0" y="83150"/>
                  <a:pt x="0" y="70218"/>
                </a:cubicBezTo>
                <a:close/>
                <a:moveTo>
                  <a:pt x="112349" y="98306"/>
                </a:moveTo>
                <a:cubicBezTo>
                  <a:pt x="112349" y="111238"/>
                  <a:pt x="87188" y="121712"/>
                  <a:pt x="56175" y="121712"/>
                </a:cubicBezTo>
                <a:cubicBezTo>
                  <a:pt x="25162" y="121712"/>
                  <a:pt x="0" y="111238"/>
                  <a:pt x="0" y="98306"/>
                </a:cubicBezTo>
                <a:lnTo>
                  <a:pt x="0" y="93800"/>
                </a:lnTo>
                <a:cubicBezTo>
                  <a:pt x="3394" y="96170"/>
                  <a:pt x="7168" y="98101"/>
                  <a:pt x="11059" y="99739"/>
                </a:cubicBezTo>
                <a:cubicBezTo>
                  <a:pt x="23318" y="104860"/>
                  <a:pt x="39293" y="107668"/>
                  <a:pt x="56175" y="107668"/>
                </a:cubicBezTo>
                <a:cubicBezTo>
                  <a:pt x="73056" y="107668"/>
                  <a:pt x="89031" y="104830"/>
                  <a:pt x="101290" y="99739"/>
                </a:cubicBezTo>
                <a:cubicBezTo>
                  <a:pt x="105152" y="98130"/>
                  <a:pt x="108926" y="96170"/>
                  <a:pt x="112349" y="93800"/>
                </a:cubicBezTo>
                <a:lnTo>
                  <a:pt x="112349" y="98306"/>
                </a:lnTo>
                <a:close/>
                <a:moveTo>
                  <a:pt x="112349" y="121887"/>
                </a:moveTo>
                <a:lnTo>
                  <a:pt x="112349" y="126393"/>
                </a:lnTo>
                <a:cubicBezTo>
                  <a:pt x="112349" y="139325"/>
                  <a:pt x="87188" y="149799"/>
                  <a:pt x="56175" y="149799"/>
                </a:cubicBezTo>
                <a:cubicBezTo>
                  <a:pt x="25162" y="149799"/>
                  <a:pt x="0" y="139325"/>
                  <a:pt x="0" y="126393"/>
                </a:cubicBezTo>
                <a:lnTo>
                  <a:pt x="0" y="121887"/>
                </a:lnTo>
                <a:cubicBezTo>
                  <a:pt x="3394" y="124257"/>
                  <a:pt x="7168" y="126188"/>
                  <a:pt x="11059" y="127827"/>
                </a:cubicBezTo>
                <a:cubicBezTo>
                  <a:pt x="23318" y="132947"/>
                  <a:pt x="39293" y="135756"/>
                  <a:pt x="56175" y="135756"/>
                </a:cubicBezTo>
                <a:cubicBezTo>
                  <a:pt x="73056" y="135756"/>
                  <a:pt x="89031" y="132918"/>
                  <a:pt x="101290" y="127827"/>
                </a:cubicBezTo>
                <a:cubicBezTo>
                  <a:pt x="105152" y="126218"/>
                  <a:pt x="108926" y="124257"/>
                  <a:pt x="112349" y="12188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61614" y="4880961"/>
            <a:ext cx="5292909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0203" y="5213848"/>
            <a:ext cx="5409420" cy="366176"/>
          </a:xfrm>
          <a:custGeom>
            <a:avLst/>
            <a:gdLst/>
            <a:ahLst/>
            <a:cxnLst/>
            <a:rect l="l" t="t" r="r" b="b"/>
            <a:pathLst>
              <a:path w="5409420" h="366176">
                <a:moveTo>
                  <a:pt x="66578" y="0"/>
                </a:moveTo>
                <a:lnTo>
                  <a:pt x="5342842" y="0"/>
                </a:lnTo>
                <a:cubicBezTo>
                  <a:pt x="5379612" y="0"/>
                  <a:pt x="5409420" y="29808"/>
                  <a:pt x="5409420" y="66578"/>
                </a:cubicBezTo>
                <a:lnTo>
                  <a:pt x="5409420" y="299598"/>
                </a:lnTo>
                <a:cubicBezTo>
                  <a:pt x="5409420" y="336368"/>
                  <a:pt x="5379612" y="366176"/>
                  <a:pt x="5342842" y="366176"/>
                </a:cubicBezTo>
                <a:lnTo>
                  <a:pt x="66578" y="366176"/>
                </a:lnTo>
                <a:cubicBezTo>
                  <a:pt x="29808" y="366176"/>
                  <a:pt x="0" y="336368"/>
                  <a:pt x="0" y="299598"/>
                </a:cubicBezTo>
                <a:lnTo>
                  <a:pt x="0" y="66578"/>
                </a:lnTo>
                <a:cubicBezTo>
                  <a:pt x="0" y="29833"/>
                  <a:pt x="29833" y="0"/>
                  <a:pt x="6657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6781" y="5313714"/>
            <a:ext cx="96537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Revenue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58446" y="5280426"/>
            <a:ext cx="53262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₹5,000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0203" y="5646602"/>
            <a:ext cx="5409420" cy="366176"/>
          </a:xfrm>
          <a:custGeom>
            <a:avLst/>
            <a:gdLst/>
            <a:ahLst/>
            <a:cxnLst/>
            <a:rect l="l" t="t" r="r" b="b"/>
            <a:pathLst>
              <a:path w="5409420" h="366176">
                <a:moveTo>
                  <a:pt x="66578" y="0"/>
                </a:moveTo>
                <a:lnTo>
                  <a:pt x="5342842" y="0"/>
                </a:lnTo>
                <a:cubicBezTo>
                  <a:pt x="5379612" y="0"/>
                  <a:pt x="5409420" y="29808"/>
                  <a:pt x="5409420" y="66578"/>
                </a:cubicBezTo>
                <a:lnTo>
                  <a:pt x="5409420" y="299598"/>
                </a:lnTo>
                <a:cubicBezTo>
                  <a:pt x="5409420" y="336368"/>
                  <a:pt x="5379612" y="366176"/>
                  <a:pt x="5342842" y="366176"/>
                </a:cubicBezTo>
                <a:lnTo>
                  <a:pt x="66578" y="366176"/>
                </a:lnTo>
                <a:cubicBezTo>
                  <a:pt x="29808" y="366176"/>
                  <a:pt x="0" y="336368"/>
                  <a:pt x="0" y="299598"/>
                </a:cubicBezTo>
                <a:lnTo>
                  <a:pt x="0" y="66578"/>
                </a:lnTo>
                <a:cubicBezTo>
                  <a:pt x="0" y="29833"/>
                  <a:pt x="29833" y="0"/>
                  <a:pt x="6657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36781" y="5746468"/>
            <a:ext cx="128161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per Fall Prevented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33755" y="5713179"/>
            <a:ext cx="95705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₹2,000-5,000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74364" y="6083517"/>
            <a:ext cx="5401098" cy="374498"/>
          </a:xfrm>
          <a:custGeom>
            <a:avLst/>
            <a:gdLst/>
            <a:ahLst/>
            <a:cxnLst/>
            <a:rect l="l" t="t" r="r" b="b"/>
            <a:pathLst>
              <a:path w="5401098" h="374498">
                <a:moveTo>
                  <a:pt x="66578" y="0"/>
                </a:moveTo>
                <a:lnTo>
                  <a:pt x="5334519" y="0"/>
                </a:lnTo>
                <a:cubicBezTo>
                  <a:pt x="5371289" y="0"/>
                  <a:pt x="5401098" y="29808"/>
                  <a:pt x="5401098" y="66578"/>
                </a:cubicBezTo>
                <a:lnTo>
                  <a:pt x="5401098" y="307920"/>
                </a:lnTo>
                <a:cubicBezTo>
                  <a:pt x="5401098" y="344690"/>
                  <a:pt x="5371289" y="374498"/>
                  <a:pt x="5334519" y="374498"/>
                </a:cubicBezTo>
                <a:lnTo>
                  <a:pt x="66578" y="374498"/>
                </a:lnTo>
                <a:cubicBezTo>
                  <a:pt x="29833" y="374498"/>
                  <a:pt x="0" y="344666"/>
                  <a:pt x="0" y="307920"/>
                </a:cubicBezTo>
                <a:lnTo>
                  <a:pt x="0" y="66578"/>
                </a:lnTo>
                <a:cubicBezTo>
                  <a:pt x="0" y="29833"/>
                  <a:pt x="29833" y="0"/>
                  <a:pt x="6657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5103" y="6187544"/>
            <a:ext cx="1206717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 for Nursing Home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81864" y="6154255"/>
            <a:ext cx="80725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&lt;30 Days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87024" y="907118"/>
            <a:ext cx="5667408" cy="4668745"/>
          </a:xfrm>
          <a:custGeom>
            <a:avLst/>
            <a:gdLst/>
            <a:ahLst/>
            <a:cxnLst/>
            <a:rect l="l" t="t" r="r" b="b"/>
            <a:pathLst>
              <a:path w="5667408" h="4668745">
                <a:moveTo>
                  <a:pt x="133153" y="0"/>
                </a:moveTo>
                <a:lnTo>
                  <a:pt x="5534255" y="0"/>
                </a:lnTo>
                <a:cubicBezTo>
                  <a:pt x="5607793" y="0"/>
                  <a:pt x="5667408" y="59614"/>
                  <a:pt x="5667408" y="133153"/>
                </a:cubicBezTo>
                <a:lnTo>
                  <a:pt x="5667408" y="4535593"/>
                </a:lnTo>
                <a:cubicBezTo>
                  <a:pt x="5667408" y="4609131"/>
                  <a:pt x="5607793" y="4668745"/>
                  <a:pt x="5534255" y="4668745"/>
                </a:cubicBezTo>
                <a:lnTo>
                  <a:pt x="133153" y="4668745"/>
                </a:lnTo>
                <a:cubicBezTo>
                  <a:pt x="59614" y="4668745"/>
                  <a:pt x="0" y="4609131"/>
                  <a:pt x="0" y="4535593"/>
                </a:cubicBezTo>
                <a:lnTo>
                  <a:pt x="0" y="133153"/>
                </a:lnTo>
                <a:cubicBezTo>
                  <a:pt x="0" y="59664"/>
                  <a:pt x="59664" y="0"/>
                  <a:pt x="13315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78434" y="1111011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78346" y="28315"/>
                </a:moveTo>
                <a:lnTo>
                  <a:pt x="83222" y="35044"/>
                </a:lnTo>
                <a:lnTo>
                  <a:pt x="88098" y="28315"/>
                </a:lnTo>
                <a:cubicBezTo>
                  <a:pt x="96225" y="17067"/>
                  <a:pt x="109294" y="10403"/>
                  <a:pt x="123175" y="10403"/>
                </a:cubicBezTo>
                <a:cubicBezTo>
                  <a:pt x="147069" y="10403"/>
                  <a:pt x="166444" y="29778"/>
                  <a:pt x="166444" y="53672"/>
                </a:cubicBezTo>
                <a:lnTo>
                  <a:pt x="166444" y="54517"/>
                </a:lnTo>
                <a:cubicBezTo>
                  <a:pt x="166444" y="90991"/>
                  <a:pt x="120964" y="133350"/>
                  <a:pt x="97233" y="151457"/>
                </a:cubicBezTo>
                <a:cubicBezTo>
                  <a:pt x="93202" y="154513"/>
                  <a:pt x="88261" y="156041"/>
                  <a:pt x="83222" y="156041"/>
                </a:cubicBezTo>
                <a:cubicBezTo>
                  <a:pt x="78183" y="156041"/>
                  <a:pt x="73209" y="154546"/>
                  <a:pt x="69211" y="151457"/>
                </a:cubicBezTo>
                <a:cubicBezTo>
                  <a:pt x="45479" y="133350"/>
                  <a:pt x="0" y="90991"/>
                  <a:pt x="0" y="54517"/>
                </a:cubicBezTo>
                <a:lnTo>
                  <a:pt x="0" y="53672"/>
                </a:lnTo>
                <a:cubicBezTo>
                  <a:pt x="0" y="29778"/>
                  <a:pt x="19375" y="10403"/>
                  <a:pt x="43269" y="10403"/>
                </a:cubicBezTo>
                <a:cubicBezTo>
                  <a:pt x="57150" y="10403"/>
                  <a:pt x="70218" y="17067"/>
                  <a:pt x="78346" y="2831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565683" y="1077723"/>
            <a:ext cx="520136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Social Impact Metrics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1790" y="1448060"/>
            <a:ext cx="5317876" cy="1339872"/>
          </a:xfrm>
          <a:custGeom>
            <a:avLst/>
            <a:gdLst/>
            <a:ahLst/>
            <a:cxnLst/>
            <a:rect l="l" t="t" r="r" b="b"/>
            <a:pathLst>
              <a:path w="5317876" h="1339872">
                <a:moveTo>
                  <a:pt x="99861" y="0"/>
                </a:moveTo>
                <a:lnTo>
                  <a:pt x="5218015" y="0"/>
                </a:lnTo>
                <a:cubicBezTo>
                  <a:pt x="5273167" y="0"/>
                  <a:pt x="5317876" y="44709"/>
                  <a:pt x="5317876" y="99861"/>
                </a:cubicBezTo>
                <a:lnTo>
                  <a:pt x="5317876" y="1240011"/>
                </a:lnTo>
                <a:cubicBezTo>
                  <a:pt x="5317876" y="1295163"/>
                  <a:pt x="5273167" y="1339872"/>
                  <a:pt x="5218015" y="1339872"/>
                </a:cubicBezTo>
                <a:lnTo>
                  <a:pt x="99861" y="1339872"/>
                </a:lnTo>
                <a:cubicBezTo>
                  <a:pt x="44709" y="1339872"/>
                  <a:pt x="0" y="1295163"/>
                  <a:pt x="0" y="1240011"/>
                </a:cubicBezTo>
                <a:lnTo>
                  <a:pt x="0" y="99861"/>
                </a:lnTo>
                <a:cubicBezTo>
                  <a:pt x="0" y="44709"/>
                  <a:pt x="44709" y="0"/>
                  <a:pt x="99861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FFFF"/>
              </a:gs>
            </a:gsLst>
            <a:lin ang="0" scaled="1"/>
          </a:gradFill>
          <a:ln w="12700">
            <a:solidFill>
              <a:srgbClr val="FF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499106" y="1618665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99866" y="0"/>
                </a:moveTo>
                <a:lnTo>
                  <a:pt x="299599" y="0"/>
                </a:lnTo>
                <a:cubicBezTo>
                  <a:pt x="354753" y="0"/>
                  <a:pt x="399465" y="44712"/>
                  <a:pt x="399465" y="99866"/>
                </a:cubicBezTo>
                <a:lnTo>
                  <a:pt x="399465" y="299599"/>
                </a:lnTo>
                <a:cubicBezTo>
                  <a:pt x="399465" y="354753"/>
                  <a:pt x="354753" y="399465"/>
                  <a:pt x="299599" y="399465"/>
                </a:cubicBezTo>
                <a:lnTo>
                  <a:pt x="99866" y="399465"/>
                </a:lnTo>
                <a:cubicBezTo>
                  <a:pt x="44712" y="399465"/>
                  <a:pt x="0" y="354753"/>
                  <a:pt x="0" y="299599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615616" y="173517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0"/>
                </a:moveTo>
                <a:cubicBezTo>
                  <a:pt x="84717" y="0"/>
                  <a:pt x="86213" y="325"/>
                  <a:pt x="87578" y="943"/>
                </a:cubicBezTo>
                <a:lnTo>
                  <a:pt x="148824" y="26917"/>
                </a:lnTo>
                <a:cubicBezTo>
                  <a:pt x="155976" y="29940"/>
                  <a:pt x="161307" y="36995"/>
                  <a:pt x="161275" y="45512"/>
                </a:cubicBezTo>
                <a:cubicBezTo>
                  <a:pt x="161112" y="77760"/>
                  <a:pt x="147849" y="136763"/>
                  <a:pt x="91837" y="163583"/>
                </a:cubicBezTo>
                <a:cubicBezTo>
                  <a:pt x="86408" y="166184"/>
                  <a:pt x="80101" y="166184"/>
                  <a:pt x="74672" y="163583"/>
                </a:cubicBezTo>
                <a:cubicBezTo>
                  <a:pt x="18627" y="136763"/>
                  <a:pt x="5396" y="77760"/>
                  <a:pt x="5234" y="45512"/>
                </a:cubicBezTo>
                <a:cubicBezTo>
                  <a:pt x="5201" y="36995"/>
                  <a:pt x="10533" y="29940"/>
                  <a:pt x="17685" y="26917"/>
                </a:cubicBezTo>
                <a:lnTo>
                  <a:pt x="78898" y="943"/>
                </a:lnTo>
                <a:cubicBezTo>
                  <a:pt x="80264" y="325"/>
                  <a:pt x="81726" y="0"/>
                  <a:pt x="83222" y="0"/>
                </a:cubicBezTo>
                <a:close/>
                <a:moveTo>
                  <a:pt x="83222" y="21716"/>
                </a:moveTo>
                <a:lnTo>
                  <a:pt x="83222" y="144630"/>
                </a:lnTo>
                <a:cubicBezTo>
                  <a:pt x="128084" y="122915"/>
                  <a:pt x="140144" y="74802"/>
                  <a:pt x="140437" y="46000"/>
                </a:cubicBezTo>
                <a:lnTo>
                  <a:pt x="83222" y="21748"/>
                </a:lnTo>
                <a:lnTo>
                  <a:pt x="83222" y="217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998437" y="1585376"/>
            <a:ext cx="133154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Falls Prevented (3-Year)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98437" y="1751820"/>
            <a:ext cx="1398127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251,000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99106" y="2151284"/>
            <a:ext cx="1639470" cy="499331"/>
          </a:xfrm>
          <a:custGeom>
            <a:avLst/>
            <a:gdLst/>
            <a:ahLst/>
            <a:cxnLst/>
            <a:rect l="l" t="t" r="r" b="b"/>
            <a:pathLst>
              <a:path w="1639470" h="499331">
                <a:moveTo>
                  <a:pt x="66576" y="0"/>
                </a:moveTo>
                <a:lnTo>
                  <a:pt x="1572894" y="0"/>
                </a:lnTo>
                <a:cubicBezTo>
                  <a:pt x="1609639" y="0"/>
                  <a:pt x="1639470" y="29832"/>
                  <a:pt x="1639470" y="66576"/>
                </a:cubicBezTo>
                <a:lnTo>
                  <a:pt x="1639470" y="432755"/>
                </a:lnTo>
                <a:cubicBezTo>
                  <a:pt x="1639470" y="469524"/>
                  <a:pt x="1609663" y="499331"/>
                  <a:pt x="1572894" y="499331"/>
                </a:cubicBezTo>
                <a:lnTo>
                  <a:pt x="66576" y="499331"/>
                </a:lnTo>
                <a:cubicBezTo>
                  <a:pt x="29832" y="499331"/>
                  <a:pt x="0" y="469499"/>
                  <a:pt x="0" y="432755"/>
                </a:cubicBezTo>
                <a:lnTo>
                  <a:pt x="0" y="66576"/>
                </a:lnTo>
                <a:cubicBezTo>
                  <a:pt x="0" y="29807"/>
                  <a:pt x="29807" y="0"/>
                  <a:pt x="665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528233" y="2217862"/>
            <a:ext cx="158121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1,000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40717" y="2450883"/>
            <a:ext cx="155624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1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03593" y="2151284"/>
            <a:ext cx="1639470" cy="499331"/>
          </a:xfrm>
          <a:custGeom>
            <a:avLst/>
            <a:gdLst/>
            <a:ahLst/>
            <a:cxnLst/>
            <a:rect l="l" t="t" r="r" b="b"/>
            <a:pathLst>
              <a:path w="1639470" h="499331">
                <a:moveTo>
                  <a:pt x="66576" y="0"/>
                </a:moveTo>
                <a:lnTo>
                  <a:pt x="1572894" y="0"/>
                </a:lnTo>
                <a:cubicBezTo>
                  <a:pt x="1609639" y="0"/>
                  <a:pt x="1639470" y="29832"/>
                  <a:pt x="1639470" y="66576"/>
                </a:cubicBezTo>
                <a:lnTo>
                  <a:pt x="1639470" y="432755"/>
                </a:lnTo>
                <a:cubicBezTo>
                  <a:pt x="1639470" y="469524"/>
                  <a:pt x="1609663" y="499331"/>
                  <a:pt x="1572894" y="499331"/>
                </a:cubicBezTo>
                <a:lnTo>
                  <a:pt x="66576" y="499331"/>
                </a:lnTo>
                <a:cubicBezTo>
                  <a:pt x="29832" y="499331"/>
                  <a:pt x="0" y="469499"/>
                  <a:pt x="0" y="432755"/>
                </a:cubicBezTo>
                <a:lnTo>
                  <a:pt x="0" y="66576"/>
                </a:lnTo>
                <a:cubicBezTo>
                  <a:pt x="0" y="29807"/>
                  <a:pt x="29807" y="0"/>
                  <a:pt x="665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232721" y="2217862"/>
            <a:ext cx="158121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50,000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45204" y="2450883"/>
            <a:ext cx="155624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2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908080" y="2151284"/>
            <a:ext cx="1639470" cy="499331"/>
          </a:xfrm>
          <a:custGeom>
            <a:avLst/>
            <a:gdLst/>
            <a:ahLst/>
            <a:cxnLst/>
            <a:rect l="l" t="t" r="r" b="b"/>
            <a:pathLst>
              <a:path w="1639470" h="499331">
                <a:moveTo>
                  <a:pt x="66576" y="0"/>
                </a:moveTo>
                <a:lnTo>
                  <a:pt x="1572894" y="0"/>
                </a:lnTo>
                <a:cubicBezTo>
                  <a:pt x="1609639" y="0"/>
                  <a:pt x="1639470" y="29832"/>
                  <a:pt x="1639470" y="66576"/>
                </a:cubicBezTo>
                <a:lnTo>
                  <a:pt x="1639470" y="432755"/>
                </a:lnTo>
                <a:cubicBezTo>
                  <a:pt x="1639470" y="469524"/>
                  <a:pt x="1609663" y="499331"/>
                  <a:pt x="1572894" y="499331"/>
                </a:cubicBezTo>
                <a:lnTo>
                  <a:pt x="66576" y="499331"/>
                </a:lnTo>
                <a:cubicBezTo>
                  <a:pt x="29832" y="499331"/>
                  <a:pt x="0" y="469499"/>
                  <a:pt x="0" y="432755"/>
                </a:cubicBezTo>
                <a:lnTo>
                  <a:pt x="0" y="66576"/>
                </a:lnTo>
                <a:cubicBezTo>
                  <a:pt x="0" y="29807"/>
                  <a:pt x="29807" y="0"/>
                  <a:pt x="665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9937208" y="2217862"/>
            <a:ext cx="158121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200,000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949691" y="2450883"/>
            <a:ext cx="155624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3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61790" y="2896120"/>
            <a:ext cx="5317876" cy="1006984"/>
          </a:xfrm>
          <a:custGeom>
            <a:avLst/>
            <a:gdLst/>
            <a:ahLst/>
            <a:cxnLst/>
            <a:rect l="l" t="t" r="r" b="b"/>
            <a:pathLst>
              <a:path w="5317876" h="1006984">
                <a:moveTo>
                  <a:pt x="99863" y="0"/>
                </a:moveTo>
                <a:lnTo>
                  <a:pt x="5218013" y="0"/>
                </a:lnTo>
                <a:cubicBezTo>
                  <a:pt x="5273166" y="0"/>
                  <a:pt x="5317876" y="44710"/>
                  <a:pt x="5317876" y="99863"/>
                </a:cubicBezTo>
                <a:lnTo>
                  <a:pt x="5317876" y="907122"/>
                </a:lnTo>
                <a:cubicBezTo>
                  <a:pt x="5317876" y="962274"/>
                  <a:pt x="5273166" y="1006984"/>
                  <a:pt x="5218013" y="1006984"/>
                </a:cubicBezTo>
                <a:lnTo>
                  <a:pt x="99863" y="1006984"/>
                </a:lnTo>
                <a:cubicBezTo>
                  <a:pt x="44710" y="1006984"/>
                  <a:pt x="0" y="962274"/>
                  <a:pt x="0" y="907122"/>
                </a:cubicBezTo>
                <a:lnTo>
                  <a:pt x="0" y="99863"/>
                </a:lnTo>
                <a:cubicBezTo>
                  <a:pt x="0" y="44747"/>
                  <a:pt x="44747" y="0"/>
                  <a:pt x="9986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FFFFFF"/>
              </a:gs>
            </a:gsLst>
            <a:lin ang="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499106" y="3066725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99866" y="0"/>
                </a:moveTo>
                <a:lnTo>
                  <a:pt x="299599" y="0"/>
                </a:lnTo>
                <a:cubicBezTo>
                  <a:pt x="354753" y="0"/>
                  <a:pt x="399465" y="44712"/>
                  <a:pt x="399465" y="99866"/>
                </a:cubicBezTo>
                <a:lnTo>
                  <a:pt x="399465" y="299599"/>
                </a:lnTo>
                <a:cubicBezTo>
                  <a:pt x="399465" y="354753"/>
                  <a:pt x="354753" y="399465"/>
                  <a:pt x="299599" y="399465"/>
                </a:cubicBezTo>
                <a:lnTo>
                  <a:pt x="99866" y="399465"/>
                </a:lnTo>
                <a:cubicBezTo>
                  <a:pt x="44712" y="399465"/>
                  <a:pt x="0" y="354753"/>
                  <a:pt x="0" y="299599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615616" y="318323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35077"/>
                </a:moveTo>
                <a:lnTo>
                  <a:pt x="78346" y="28315"/>
                </a:lnTo>
                <a:cubicBezTo>
                  <a:pt x="70218" y="17067"/>
                  <a:pt x="57183" y="10403"/>
                  <a:pt x="43269" y="10403"/>
                </a:cubicBezTo>
                <a:cubicBezTo>
                  <a:pt x="19375" y="10403"/>
                  <a:pt x="0" y="29778"/>
                  <a:pt x="0" y="53672"/>
                </a:cubicBezTo>
                <a:lnTo>
                  <a:pt x="0" y="54517"/>
                </a:lnTo>
                <a:cubicBezTo>
                  <a:pt x="0" y="62189"/>
                  <a:pt x="2016" y="70121"/>
                  <a:pt x="5396" y="78020"/>
                </a:cubicBezTo>
                <a:lnTo>
                  <a:pt x="39855" y="78020"/>
                </a:lnTo>
                <a:cubicBezTo>
                  <a:pt x="40896" y="78020"/>
                  <a:pt x="41838" y="77403"/>
                  <a:pt x="42261" y="76428"/>
                </a:cubicBezTo>
                <a:lnTo>
                  <a:pt x="52599" y="51624"/>
                </a:lnTo>
                <a:cubicBezTo>
                  <a:pt x="53802" y="48763"/>
                  <a:pt x="56597" y="46877"/>
                  <a:pt x="59686" y="46812"/>
                </a:cubicBezTo>
                <a:cubicBezTo>
                  <a:pt x="62774" y="46747"/>
                  <a:pt x="65635" y="48568"/>
                  <a:pt x="66903" y="51396"/>
                </a:cubicBezTo>
                <a:lnTo>
                  <a:pt x="83579" y="88423"/>
                </a:lnTo>
                <a:lnTo>
                  <a:pt x="97038" y="61506"/>
                </a:lnTo>
                <a:cubicBezTo>
                  <a:pt x="98371" y="58873"/>
                  <a:pt x="101069" y="57183"/>
                  <a:pt x="104027" y="57183"/>
                </a:cubicBezTo>
                <a:cubicBezTo>
                  <a:pt x="106986" y="57183"/>
                  <a:pt x="109684" y="58840"/>
                  <a:pt x="111017" y="61506"/>
                </a:cubicBezTo>
                <a:lnTo>
                  <a:pt x="118559" y="76558"/>
                </a:lnTo>
                <a:cubicBezTo>
                  <a:pt x="119014" y="77435"/>
                  <a:pt x="119891" y="77988"/>
                  <a:pt x="120899" y="77988"/>
                </a:cubicBezTo>
                <a:lnTo>
                  <a:pt x="161080" y="77988"/>
                </a:lnTo>
                <a:cubicBezTo>
                  <a:pt x="164493" y="70088"/>
                  <a:pt x="166476" y="62156"/>
                  <a:pt x="166476" y="54484"/>
                </a:cubicBezTo>
                <a:lnTo>
                  <a:pt x="166476" y="53639"/>
                </a:lnTo>
                <a:cubicBezTo>
                  <a:pt x="166444" y="29778"/>
                  <a:pt x="147069" y="10403"/>
                  <a:pt x="123175" y="10403"/>
                </a:cubicBezTo>
                <a:cubicBezTo>
                  <a:pt x="109294" y="10403"/>
                  <a:pt x="96225" y="17067"/>
                  <a:pt x="88098" y="28315"/>
                </a:cubicBezTo>
                <a:lnTo>
                  <a:pt x="83222" y="35044"/>
                </a:lnTo>
                <a:close/>
                <a:moveTo>
                  <a:pt x="152660" y="93625"/>
                </a:moveTo>
                <a:lnTo>
                  <a:pt x="120867" y="93625"/>
                </a:lnTo>
                <a:cubicBezTo>
                  <a:pt x="113975" y="93625"/>
                  <a:pt x="107668" y="89724"/>
                  <a:pt x="104580" y="83547"/>
                </a:cubicBezTo>
                <a:lnTo>
                  <a:pt x="104027" y="82442"/>
                </a:lnTo>
                <a:lnTo>
                  <a:pt x="90211" y="110106"/>
                </a:lnTo>
                <a:cubicBezTo>
                  <a:pt x="88878" y="112805"/>
                  <a:pt x="86083" y="114495"/>
                  <a:pt x="83059" y="114430"/>
                </a:cubicBezTo>
                <a:cubicBezTo>
                  <a:pt x="80036" y="114365"/>
                  <a:pt x="77338" y="112577"/>
                  <a:pt x="76102" y="109846"/>
                </a:cubicBezTo>
                <a:lnTo>
                  <a:pt x="60076" y="74249"/>
                </a:lnTo>
                <a:lnTo>
                  <a:pt x="56662" y="82442"/>
                </a:lnTo>
                <a:cubicBezTo>
                  <a:pt x="53834" y="89236"/>
                  <a:pt x="47202" y="93657"/>
                  <a:pt x="39855" y="93657"/>
                </a:cubicBezTo>
                <a:lnTo>
                  <a:pt x="13784" y="93657"/>
                </a:lnTo>
                <a:cubicBezTo>
                  <a:pt x="29128" y="117648"/>
                  <a:pt x="53769" y="139722"/>
                  <a:pt x="69178" y="151490"/>
                </a:cubicBezTo>
                <a:cubicBezTo>
                  <a:pt x="73209" y="154546"/>
                  <a:pt x="78151" y="156073"/>
                  <a:pt x="83189" y="156073"/>
                </a:cubicBezTo>
                <a:cubicBezTo>
                  <a:pt x="88228" y="156073"/>
                  <a:pt x="93202" y="154578"/>
                  <a:pt x="97201" y="151490"/>
                </a:cubicBezTo>
                <a:cubicBezTo>
                  <a:pt x="112675" y="139689"/>
                  <a:pt x="137316" y="117616"/>
                  <a:pt x="152660" y="936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998437" y="3033436"/>
            <a:ext cx="131490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Lives Saved (By Year 3)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998437" y="3199880"/>
            <a:ext cx="1381483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10,000+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99106" y="3599345"/>
            <a:ext cx="510149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Based on 3-5% fall mortality rate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61790" y="4011293"/>
            <a:ext cx="5317876" cy="1006984"/>
          </a:xfrm>
          <a:custGeom>
            <a:avLst/>
            <a:gdLst/>
            <a:ahLst/>
            <a:cxnLst/>
            <a:rect l="l" t="t" r="r" b="b"/>
            <a:pathLst>
              <a:path w="5317876" h="1006984">
                <a:moveTo>
                  <a:pt x="99863" y="0"/>
                </a:moveTo>
                <a:lnTo>
                  <a:pt x="5218013" y="0"/>
                </a:lnTo>
                <a:cubicBezTo>
                  <a:pt x="5273166" y="0"/>
                  <a:pt x="5317876" y="44710"/>
                  <a:pt x="5317876" y="99863"/>
                </a:cubicBezTo>
                <a:lnTo>
                  <a:pt x="5317876" y="907122"/>
                </a:lnTo>
                <a:cubicBezTo>
                  <a:pt x="5317876" y="962274"/>
                  <a:pt x="5273166" y="1006984"/>
                  <a:pt x="5218013" y="1006984"/>
                </a:cubicBezTo>
                <a:lnTo>
                  <a:pt x="99863" y="1006984"/>
                </a:lnTo>
                <a:cubicBezTo>
                  <a:pt x="44710" y="1006984"/>
                  <a:pt x="0" y="962274"/>
                  <a:pt x="0" y="907122"/>
                </a:cubicBezTo>
                <a:lnTo>
                  <a:pt x="0" y="99863"/>
                </a:lnTo>
                <a:cubicBezTo>
                  <a:pt x="0" y="44747"/>
                  <a:pt x="44747" y="0"/>
                  <a:pt x="99863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FFFFFF"/>
              </a:gs>
            </a:gsLst>
            <a:lin ang="0" scaled="1"/>
          </a:gra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499106" y="4181897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99866" y="0"/>
                </a:moveTo>
                <a:lnTo>
                  <a:pt x="299599" y="0"/>
                </a:lnTo>
                <a:cubicBezTo>
                  <a:pt x="354753" y="0"/>
                  <a:pt x="399465" y="44712"/>
                  <a:pt x="399465" y="99866"/>
                </a:cubicBezTo>
                <a:lnTo>
                  <a:pt x="399465" y="299599"/>
                </a:lnTo>
                <a:cubicBezTo>
                  <a:pt x="399465" y="354753"/>
                  <a:pt x="354753" y="399465"/>
                  <a:pt x="299599" y="399465"/>
                </a:cubicBezTo>
                <a:lnTo>
                  <a:pt x="99866" y="399465"/>
                </a:lnTo>
                <a:cubicBezTo>
                  <a:pt x="44712" y="399465"/>
                  <a:pt x="0" y="354753"/>
                  <a:pt x="0" y="299599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605214" y="4298408"/>
            <a:ext cx="187249" cy="166444"/>
          </a:xfrm>
          <a:custGeom>
            <a:avLst/>
            <a:gdLst/>
            <a:ahLst/>
            <a:cxnLst/>
            <a:rect l="l" t="t" r="r" b="b"/>
            <a:pathLst>
              <a:path w="187249" h="166444">
                <a:moveTo>
                  <a:pt x="41611" y="20805"/>
                </a:moveTo>
                <a:cubicBezTo>
                  <a:pt x="41611" y="9330"/>
                  <a:pt x="50941" y="0"/>
                  <a:pt x="62416" y="0"/>
                </a:cubicBezTo>
                <a:lnTo>
                  <a:pt x="124833" y="0"/>
                </a:lnTo>
                <a:cubicBezTo>
                  <a:pt x="136308" y="0"/>
                  <a:pt x="145638" y="9330"/>
                  <a:pt x="145638" y="20805"/>
                </a:cubicBezTo>
                <a:lnTo>
                  <a:pt x="145638" y="41611"/>
                </a:lnTo>
                <a:lnTo>
                  <a:pt x="166444" y="41611"/>
                </a:lnTo>
                <a:cubicBezTo>
                  <a:pt x="177919" y="41611"/>
                  <a:pt x="187249" y="50941"/>
                  <a:pt x="187249" y="62416"/>
                </a:cubicBezTo>
                <a:lnTo>
                  <a:pt x="187249" y="145638"/>
                </a:lnTo>
                <a:cubicBezTo>
                  <a:pt x="187249" y="157114"/>
                  <a:pt x="177919" y="166444"/>
                  <a:pt x="166444" y="166444"/>
                </a:cubicBezTo>
                <a:lnTo>
                  <a:pt x="20805" y="166444"/>
                </a:lnTo>
                <a:cubicBezTo>
                  <a:pt x="9330" y="166444"/>
                  <a:pt x="0" y="157114"/>
                  <a:pt x="0" y="145638"/>
                </a:cubicBezTo>
                <a:lnTo>
                  <a:pt x="0" y="62416"/>
                </a:lnTo>
                <a:cubicBezTo>
                  <a:pt x="0" y="50941"/>
                  <a:pt x="9330" y="41611"/>
                  <a:pt x="20805" y="41611"/>
                </a:cubicBezTo>
                <a:lnTo>
                  <a:pt x="41611" y="41611"/>
                </a:lnTo>
                <a:lnTo>
                  <a:pt x="41611" y="20805"/>
                </a:lnTo>
                <a:close/>
                <a:moveTo>
                  <a:pt x="88423" y="114430"/>
                </a:moveTo>
                <a:cubicBezTo>
                  <a:pt x="82669" y="114430"/>
                  <a:pt x="78020" y="119079"/>
                  <a:pt x="78020" y="124833"/>
                </a:cubicBezTo>
                <a:lnTo>
                  <a:pt x="78020" y="150840"/>
                </a:lnTo>
                <a:lnTo>
                  <a:pt x="109229" y="150840"/>
                </a:lnTo>
                <a:lnTo>
                  <a:pt x="109229" y="124833"/>
                </a:lnTo>
                <a:cubicBezTo>
                  <a:pt x="109229" y="119079"/>
                  <a:pt x="104580" y="114430"/>
                  <a:pt x="98826" y="114430"/>
                </a:cubicBezTo>
                <a:lnTo>
                  <a:pt x="88423" y="114430"/>
                </a:lnTo>
                <a:close/>
                <a:moveTo>
                  <a:pt x="41611" y="119631"/>
                </a:moveTo>
                <a:lnTo>
                  <a:pt x="41611" y="109229"/>
                </a:lnTo>
                <a:cubicBezTo>
                  <a:pt x="41611" y="106368"/>
                  <a:pt x="39270" y="104027"/>
                  <a:pt x="36410" y="104027"/>
                </a:cubicBezTo>
                <a:lnTo>
                  <a:pt x="26007" y="104027"/>
                </a:lnTo>
                <a:cubicBezTo>
                  <a:pt x="23146" y="104027"/>
                  <a:pt x="20805" y="106368"/>
                  <a:pt x="20805" y="109229"/>
                </a:cubicBezTo>
                <a:lnTo>
                  <a:pt x="20805" y="119631"/>
                </a:lnTo>
                <a:cubicBezTo>
                  <a:pt x="20805" y="122492"/>
                  <a:pt x="23146" y="124833"/>
                  <a:pt x="26007" y="124833"/>
                </a:cubicBezTo>
                <a:lnTo>
                  <a:pt x="36410" y="124833"/>
                </a:lnTo>
                <a:cubicBezTo>
                  <a:pt x="39270" y="124833"/>
                  <a:pt x="41611" y="122492"/>
                  <a:pt x="41611" y="119631"/>
                </a:cubicBezTo>
                <a:close/>
                <a:moveTo>
                  <a:pt x="36410" y="83222"/>
                </a:moveTo>
                <a:cubicBezTo>
                  <a:pt x="39270" y="83222"/>
                  <a:pt x="41611" y="80881"/>
                  <a:pt x="41611" y="78020"/>
                </a:cubicBezTo>
                <a:lnTo>
                  <a:pt x="41611" y="67618"/>
                </a:lnTo>
                <a:cubicBezTo>
                  <a:pt x="41611" y="64757"/>
                  <a:pt x="39270" y="62416"/>
                  <a:pt x="36410" y="62416"/>
                </a:cubicBezTo>
                <a:lnTo>
                  <a:pt x="26007" y="62416"/>
                </a:lnTo>
                <a:cubicBezTo>
                  <a:pt x="23146" y="62416"/>
                  <a:pt x="20805" y="64757"/>
                  <a:pt x="20805" y="67618"/>
                </a:cubicBezTo>
                <a:lnTo>
                  <a:pt x="20805" y="78020"/>
                </a:lnTo>
                <a:cubicBezTo>
                  <a:pt x="20805" y="80881"/>
                  <a:pt x="23146" y="83222"/>
                  <a:pt x="26007" y="83222"/>
                </a:cubicBezTo>
                <a:lnTo>
                  <a:pt x="36410" y="83222"/>
                </a:lnTo>
                <a:close/>
                <a:moveTo>
                  <a:pt x="166444" y="119631"/>
                </a:moveTo>
                <a:lnTo>
                  <a:pt x="166444" y="109229"/>
                </a:lnTo>
                <a:cubicBezTo>
                  <a:pt x="166444" y="106368"/>
                  <a:pt x="164103" y="104027"/>
                  <a:pt x="161242" y="104027"/>
                </a:cubicBezTo>
                <a:lnTo>
                  <a:pt x="150840" y="104027"/>
                </a:lnTo>
                <a:cubicBezTo>
                  <a:pt x="147979" y="104027"/>
                  <a:pt x="145638" y="106368"/>
                  <a:pt x="145638" y="109229"/>
                </a:cubicBezTo>
                <a:lnTo>
                  <a:pt x="145638" y="119631"/>
                </a:lnTo>
                <a:cubicBezTo>
                  <a:pt x="145638" y="122492"/>
                  <a:pt x="147979" y="124833"/>
                  <a:pt x="150840" y="124833"/>
                </a:cubicBezTo>
                <a:lnTo>
                  <a:pt x="161242" y="124833"/>
                </a:lnTo>
                <a:cubicBezTo>
                  <a:pt x="164103" y="124833"/>
                  <a:pt x="166444" y="122492"/>
                  <a:pt x="166444" y="119631"/>
                </a:cubicBezTo>
                <a:close/>
                <a:moveTo>
                  <a:pt x="161242" y="83222"/>
                </a:moveTo>
                <a:cubicBezTo>
                  <a:pt x="164103" y="83222"/>
                  <a:pt x="166444" y="80881"/>
                  <a:pt x="166444" y="78020"/>
                </a:cubicBezTo>
                <a:lnTo>
                  <a:pt x="166444" y="67618"/>
                </a:lnTo>
                <a:cubicBezTo>
                  <a:pt x="166444" y="64757"/>
                  <a:pt x="164103" y="62416"/>
                  <a:pt x="161242" y="62416"/>
                </a:cubicBezTo>
                <a:lnTo>
                  <a:pt x="150840" y="62416"/>
                </a:lnTo>
                <a:cubicBezTo>
                  <a:pt x="147979" y="62416"/>
                  <a:pt x="145638" y="64757"/>
                  <a:pt x="145638" y="67618"/>
                </a:cubicBezTo>
                <a:lnTo>
                  <a:pt x="145638" y="78020"/>
                </a:lnTo>
                <a:cubicBezTo>
                  <a:pt x="145638" y="80881"/>
                  <a:pt x="147979" y="83222"/>
                  <a:pt x="150840" y="83222"/>
                </a:cubicBezTo>
                <a:lnTo>
                  <a:pt x="161242" y="83222"/>
                </a:lnTo>
                <a:close/>
                <a:moveTo>
                  <a:pt x="85823" y="33809"/>
                </a:moveTo>
                <a:lnTo>
                  <a:pt x="85823" y="44212"/>
                </a:lnTo>
                <a:lnTo>
                  <a:pt x="75420" y="44212"/>
                </a:lnTo>
                <a:cubicBezTo>
                  <a:pt x="72559" y="44212"/>
                  <a:pt x="70218" y="46552"/>
                  <a:pt x="70218" y="49413"/>
                </a:cubicBezTo>
                <a:lnTo>
                  <a:pt x="70218" y="54614"/>
                </a:lnTo>
                <a:cubicBezTo>
                  <a:pt x="70218" y="57475"/>
                  <a:pt x="72559" y="59816"/>
                  <a:pt x="75420" y="59816"/>
                </a:cubicBezTo>
                <a:lnTo>
                  <a:pt x="85823" y="59816"/>
                </a:lnTo>
                <a:lnTo>
                  <a:pt x="85823" y="70218"/>
                </a:lnTo>
                <a:cubicBezTo>
                  <a:pt x="85823" y="73079"/>
                  <a:pt x="88163" y="75420"/>
                  <a:pt x="91024" y="75420"/>
                </a:cubicBezTo>
                <a:lnTo>
                  <a:pt x="96225" y="75420"/>
                </a:lnTo>
                <a:cubicBezTo>
                  <a:pt x="99086" y="75420"/>
                  <a:pt x="101427" y="73079"/>
                  <a:pt x="101427" y="70218"/>
                </a:cubicBezTo>
                <a:lnTo>
                  <a:pt x="101427" y="59816"/>
                </a:lnTo>
                <a:lnTo>
                  <a:pt x="111829" y="59816"/>
                </a:lnTo>
                <a:cubicBezTo>
                  <a:pt x="114690" y="59816"/>
                  <a:pt x="117031" y="57475"/>
                  <a:pt x="117031" y="54614"/>
                </a:cubicBezTo>
                <a:lnTo>
                  <a:pt x="117031" y="49413"/>
                </a:lnTo>
                <a:cubicBezTo>
                  <a:pt x="117031" y="46552"/>
                  <a:pt x="114690" y="44212"/>
                  <a:pt x="111829" y="44212"/>
                </a:cubicBezTo>
                <a:lnTo>
                  <a:pt x="101427" y="44212"/>
                </a:lnTo>
                <a:lnTo>
                  <a:pt x="101427" y="33809"/>
                </a:lnTo>
                <a:cubicBezTo>
                  <a:pt x="101427" y="30948"/>
                  <a:pt x="99086" y="28608"/>
                  <a:pt x="96225" y="28608"/>
                </a:cubicBezTo>
                <a:lnTo>
                  <a:pt x="91024" y="28608"/>
                </a:lnTo>
                <a:cubicBezTo>
                  <a:pt x="88163" y="28608"/>
                  <a:pt x="85823" y="30948"/>
                  <a:pt x="85823" y="338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998437" y="4148609"/>
            <a:ext cx="1531282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 Savings (3-Year)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998437" y="4315052"/>
            <a:ext cx="1597859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0EA5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₹878+ Cr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499106" y="4714517"/>
            <a:ext cx="510149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 ₹35,000 average cost per fall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187024" y="5717340"/>
            <a:ext cx="2779610" cy="873829"/>
          </a:xfrm>
          <a:custGeom>
            <a:avLst/>
            <a:gdLst/>
            <a:ahLst/>
            <a:cxnLst/>
            <a:rect l="l" t="t" r="r" b="b"/>
            <a:pathLst>
              <a:path w="2779610" h="873829">
                <a:moveTo>
                  <a:pt x="99870" y="0"/>
                </a:moveTo>
                <a:lnTo>
                  <a:pt x="2679740" y="0"/>
                </a:lnTo>
                <a:cubicBezTo>
                  <a:pt x="2734896" y="0"/>
                  <a:pt x="2779610" y="44713"/>
                  <a:pt x="2779610" y="99870"/>
                </a:cubicBezTo>
                <a:lnTo>
                  <a:pt x="2779610" y="773959"/>
                </a:lnTo>
                <a:cubicBezTo>
                  <a:pt x="2779610" y="829116"/>
                  <a:pt x="2734896" y="873829"/>
                  <a:pt x="2679740" y="873829"/>
                </a:cubicBezTo>
                <a:lnTo>
                  <a:pt x="99870" y="873829"/>
                </a:lnTo>
                <a:cubicBezTo>
                  <a:pt x="44750" y="873829"/>
                  <a:pt x="0" y="829079"/>
                  <a:pt x="0" y="773959"/>
                </a:cubicBezTo>
                <a:lnTo>
                  <a:pt x="0" y="99870"/>
                </a:lnTo>
                <a:cubicBezTo>
                  <a:pt x="0" y="44713"/>
                  <a:pt x="44713" y="0"/>
                  <a:pt x="9987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7465389" y="5821368"/>
            <a:ext cx="224699" cy="199732"/>
          </a:xfrm>
          <a:custGeom>
            <a:avLst/>
            <a:gdLst/>
            <a:ahLst/>
            <a:cxnLst/>
            <a:rect l="l" t="t" r="r" b="b"/>
            <a:pathLst>
              <a:path w="224699" h="199732">
                <a:moveTo>
                  <a:pt x="12483" y="12483"/>
                </a:moveTo>
                <a:cubicBezTo>
                  <a:pt x="19388" y="12483"/>
                  <a:pt x="24967" y="18062"/>
                  <a:pt x="24967" y="24967"/>
                </a:cubicBezTo>
                <a:lnTo>
                  <a:pt x="24967" y="112349"/>
                </a:lnTo>
                <a:lnTo>
                  <a:pt x="112349" y="112349"/>
                </a:lnTo>
                <a:lnTo>
                  <a:pt x="112349" y="62416"/>
                </a:lnTo>
                <a:cubicBezTo>
                  <a:pt x="112349" y="55512"/>
                  <a:pt x="117928" y="49933"/>
                  <a:pt x="124833" y="49933"/>
                </a:cubicBezTo>
                <a:lnTo>
                  <a:pt x="187249" y="49933"/>
                </a:lnTo>
                <a:cubicBezTo>
                  <a:pt x="207925" y="49933"/>
                  <a:pt x="224699" y="66708"/>
                  <a:pt x="224699" y="87383"/>
                </a:cubicBezTo>
                <a:lnTo>
                  <a:pt x="224699" y="174766"/>
                </a:lnTo>
                <a:cubicBezTo>
                  <a:pt x="224699" y="181671"/>
                  <a:pt x="219121" y="187249"/>
                  <a:pt x="212216" y="187249"/>
                </a:cubicBezTo>
                <a:cubicBezTo>
                  <a:pt x="205311" y="187249"/>
                  <a:pt x="199732" y="181671"/>
                  <a:pt x="199732" y="174766"/>
                </a:cubicBezTo>
                <a:lnTo>
                  <a:pt x="199732" y="149799"/>
                </a:lnTo>
                <a:lnTo>
                  <a:pt x="24967" y="149799"/>
                </a:lnTo>
                <a:lnTo>
                  <a:pt x="24967" y="174766"/>
                </a:lnTo>
                <a:cubicBezTo>
                  <a:pt x="24967" y="181671"/>
                  <a:pt x="19388" y="187249"/>
                  <a:pt x="12483" y="187249"/>
                </a:cubicBezTo>
                <a:cubicBezTo>
                  <a:pt x="5578" y="187249"/>
                  <a:pt x="0" y="181671"/>
                  <a:pt x="0" y="174766"/>
                </a:cubicBezTo>
                <a:lnTo>
                  <a:pt x="0" y="24967"/>
                </a:lnTo>
                <a:cubicBezTo>
                  <a:pt x="0" y="18062"/>
                  <a:pt x="5578" y="12483"/>
                  <a:pt x="12483" y="12483"/>
                </a:cubicBezTo>
                <a:close/>
                <a:moveTo>
                  <a:pt x="43691" y="74900"/>
                </a:moveTo>
                <a:cubicBezTo>
                  <a:pt x="43691" y="61120"/>
                  <a:pt x="54879" y="49933"/>
                  <a:pt x="68658" y="49933"/>
                </a:cubicBezTo>
                <a:cubicBezTo>
                  <a:pt x="82437" y="49933"/>
                  <a:pt x="93625" y="61120"/>
                  <a:pt x="93625" y="74900"/>
                </a:cubicBezTo>
                <a:cubicBezTo>
                  <a:pt x="93625" y="88679"/>
                  <a:pt x="82437" y="99866"/>
                  <a:pt x="68658" y="99866"/>
                </a:cubicBezTo>
                <a:cubicBezTo>
                  <a:pt x="54879" y="99866"/>
                  <a:pt x="43691" y="88679"/>
                  <a:pt x="43691" y="7490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241118" y="6087678"/>
            <a:ext cx="2671421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100K+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266085" y="6353988"/>
            <a:ext cx="262148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Hospital Days Saved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076642" y="5717340"/>
            <a:ext cx="2779610" cy="873829"/>
          </a:xfrm>
          <a:custGeom>
            <a:avLst/>
            <a:gdLst/>
            <a:ahLst/>
            <a:cxnLst/>
            <a:rect l="l" t="t" r="r" b="b"/>
            <a:pathLst>
              <a:path w="2779610" h="873829">
                <a:moveTo>
                  <a:pt x="99870" y="0"/>
                </a:moveTo>
                <a:lnTo>
                  <a:pt x="2679740" y="0"/>
                </a:lnTo>
                <a:cubicBezTo>
                  <a:pt x="2734896" y="0"/>
                  <a:pt x="2779610" y="44713"/>
                  <a:pt x="2779610" y="99870"/>
                </a:cubicBezTo>
                <a:lnTo>
                  <a:pt x="2779610" y="773959"/>
                </a:lnTo>
                <a:cubicBezTo>
                  <a:pt x="2779610" y="829116"/>
                  <a:pt x="2734896" y="873829"/>
                  <a:pt x="2679740" y="873829"/>
                </a:cubicBezTo>
                <a:lnTo>
                  <a:pt x="99870" y="873829"/>
                </a:lnTo>
                <a:cubicBezTo>
                  <a:pt x="44750" y="873829"/>
                  <a:pt x="0" y="829079"/>
                  <a:pt x="0" y="773959"/>
                </a:cubicBezTo>
                <a:lnTo>
                  <a:pt x="0" y="99870"/>
                </a:lnTo>
                <a:cubicBezTo>
                  <a:pt x="0" y="44713"/>
                  <a:pt x="44713" y="0"/>
                  <a:pt x="9987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10367491" y="5821368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99866" y="199732"/>
                </a:moveTo>
                <a:cubicBezTo>
                  <a:pt x="154984" y="199732"/>
                  <a:pt x="199732" y="154984"/>
                  <a:pt x="199732" y="99866"/>
                </a:cubicBezTo>
                <a:cubicBezTo>
                  <a:pt x="199732" y="44749"/>
                  <a:pt x="154984" y="0"/>
                  <a:pt x="99866" y="0"/>
                </a:cubicBezTo>
                <a:cubicBezTo>
                  <a:pt x="44749" y="0"/>
                  <a:pt x="0" y="44749"/>
                  <a:pt x="0" y="99866"/>
                </a:cubicBezTo>
                <a:cubicBezTo>
                  <a:pt x="0" y="154984"/>
                  <a:pt x="44749" y="199732"/>
                  <a:pt x="99866" y="199732"/>
                </a:cubicBezTo>
                <a:close/>
                <a:moveTo>
                  <a:pt x="64523" y="125574"/>
                </a:moveTo>
                <a:cubicBezTo>
                  <a:pt x="72481" y="136497"/>
                  <a:pt x="85354" y="143558"/>
                  <a:pt x="99866" y="143558"/>
                </a:cubicBezTo>
                <a:cubicBezTo>
                  <a:pt x="114378" y="143558"/>
                  <a:pt x="127251" y="136497"/>
                  <a:pt x="135209" y="125574"/>
                </a:cubicBezTo>
                <a:cubicBezTo>
                  <a:pt x="138252" y="121400"/>
                  <a:pt x="144104" y="120464"/>
                  <a:pt x="148278" y="123506"/>
                </a:cubicBezTo>
                <a:cubicBezTo>
                  <a:pt x="152452" y="126549"/>
                  <a:pt x="153388" y="132401"/>
                  <a:pt x="150345" y="136575"/>
                </a:cubicBezTo>
                <a:cubicBezTo>
                  <a:pt x="138993" y="152140"/>
                  <a:pt x="120620" y="162283"/>
                  <a:pt x="99866" y="162283"/>
                </a:cubicBezTo>
                <a:cubicBezTo>
                  <a:pt x="79113" y="162283"/>
                  <a:pt x="60739" y="152140"/>
                  <a:pt x="49387" y="136575"/>
                </a:cubicBezTo>
                <a:cubicBezTo>
                  <a:pt x="46344" y="132401"/>
                  <a:pt x="47280" y="126549"/>
                  <a:pt x="51455" y="123506"/>
                </a:cubicBezTo>
                <a:cubicBezTo>
                  <a:pt x="55629" y="120464"/>
                  <a:pt x="61480" y="121400"/>
                  <a:pt x="64523" y="125574"/>
                </a:cubicBezTo>
                <a:close/>
                <a:moveTo>
                  <a:pt x="56175" y="81141"/>
                </a:moveTo>
                <a:cubicBezTo>
                  <a:pt x="56175" y="74252"/>
                  <a:pt x="61768" y="68658"/>
                  <a:pt x="68658" y="68658"/>
                </a:cubicBezTo>
                <a:cubicBezTo>
                  <a:pt x="75548" y="68658"/>
                  <a:pt x="81141" y="74252"/>
                  <a:pt x="81141" y="81141"/>
                </a:cubicBezTo>
                <a:cubicBezTo>
                  <a:pt x="81141" y="88031"/>
                  <a:pt x="75548" y="93625"/>
                  <a:pt x="68658" y="93625"/>
                </a:cubicBezTo>
                <a:cubicBezTo>
                  <a:pt x="61768" y="93625"/>
                  <a:pt x="56175" y="88031"/>
                  <a:pt x="56175" y="81141"/>
                </a:cubicBezTo>
                <a:close/>
                <a:moveTo>
                  <a:pt x="131074" y="68658"/>
                </a:moveTo>
                <a:cubicBezTo>
                  <a:pt x="137964" y="68658"/>
                  <a:pt x="143558" y="74252"/>
                  <a:pt x="143558" y="81141"/>
                </a:cubicBezTo>
                <a:cubicBezTo>
                  <a:pt x="143558" y="88031"/>
                  <a:pt x="137964" y="93625"/>
                  <a:pt x="131074" y="93625"/>
                </a:cubicBezTo>
                <a:cubicBezTo>
                  <a:pt x="124185" y="93625"/>
                  <a:pt x="118591" y="88031"/>
                  <a:pt x="118591" y="81141"/>
                </a:cubicBezTo>
                <a:cubicBezTo>
                  <a:pt x="118591" y="74252"/>
                  <a:pt x="124185" y="68658"/>
                  <a:pt x="131074" y="6865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9130736" y="6087678"/>
            <a:ext cx="2671421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155703" y="6353988"/>
            <a:ext cx="262148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Caregiver Stress Reduced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gjeiolzucx5a/impact_image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FFFFFF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92869"/>
            <a:ext cx="3200400" cy="381000"/>
          </a:xfrm>
          <a:custGeom>
            <a:avLst/>
            <a:gdLst/>
            <a:ahLst/>
            <a:cxnLst/>
            <a:rect l="l" t="t" r="r" b="b"/>
            <a:pathLst>
              <a:path w="3200400" h="381000">
                <a:moveTo>
                  <a:pt x="190500" y="0"/>
                </a:moveTo>
                <a:lnTo>
                  <a:pt x="3009900" y="0"/>
                </a:lnTo>
                <a:cubicBezTo>
                  <a:pt x="3115040" y="0"/>
                  <a:pt x="3200400" y="85360"/>
                  <a:pt x="3200400" y="190500"/>
                </a:cubicBezTo>
                <a:lnTo>
                  <a:pt x="3200400" y="190500"/>
                </a:lnTo>
                <a:cubicBezTo>
                  <a:pt x="3200400" y="295640"/>
                  <a:pt x="3115040" y="381000"/>
                  <a:pt x="30099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33400" y="197644"/>
            <a:ext cx="29683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36-HOUR HACKATHON COMMITMENT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664369"/>
            <a:ext cx="784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Join Us in Building the Future of Elderly Care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997869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00050" y="2283619"/>
            <a:ext cx="3714750" cy="2095500"/>
          </a:xfrm>
          <a:custGeom>
            <a:avLst/>
            <a:gdLst/>
            <a:ahLst/>
            <a:cxnLst/>
            <a:rect l="l" t="t" r="r" b="b"/>
            <a:pathLst>
              <a:path w="3714750" h="2095500">
                <a:moveTo>
                  <a:pt x="38100" y="0"/>
                </a:moveTo>
                <a:lnTo>
                  <a:pt x="3562344" y="0"/>
                </a:lnTo>
                <a:cubicBezTo>
                  <a:pt x="3646459" y="0"/>
                  <a:pt x="3714750" y="68291"/>
                  <a:pt x="3714750" y="152406"/>
                </a:cubicBezTo>
                <a:lnTo>
                  <a:pt x="3714750" y="1943094"/>
                </a:lnTo>
                <a:cubicBezTo>
                  <a:pt x="3714750" y="2027209"/>
                  <a:pt x="3646459" y="2095500"/>
                  <a:pt x="3562344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00050" y="2283619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71500" y="24360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04850" y="25693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43000" y="2531269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We'll Deliver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9600" y="30456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38200" y="3007519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Working Mobile App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real-time fall detection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0550" y="33123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38200" y="3274219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Algorithm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99%+ pose accuracy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0075" y="357901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38200" y="3540919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 System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WhatsApp integration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1025" y="384571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38200" y="3807619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 Video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showing complete flow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86250" y="2283619"/>
            <a:ext cx="3714750" cy="2095500"/>
          </a:xfrm>
          <a:custGeom>
            <a:avLst/>
            <a:gdLst/>
            <a:ahLst/>
            <a:cxnLst/>
            <a:rect l="l" t="t" r="r" b="b"/>
            <a:pathLst>
              <a:path w="3714750" h="2095500">
                <a:moveTo>
                  <a:pt x="38100" y="0"/>
                </a:moveTo>
                <a:lnTo>
                  <a:pt x="3562344" y="0"/>
                </a:lnTo>
                <a:cubicBezTo>
                  <a:pt x="3646459" y="0"/>
                  <a:pt x="3714750" y="68291"/>
                  <a:pt x="3714750" y="152406"/>
                </a:cubicBezTo>
                <a:lnTo>
                  <a:pt x="3714750" y="1943094"/>
                </a:lnTo>
                <a:cubicBezTo>
                  <a:pt x="3714750" y="2027209"/>
                  <a:pt x="3646459" y="2095500"/>
                  <a:pt x="3562344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286250" y="2283619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457700" y="24360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591050" y="25693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029200" y="2531269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457700" y="30265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492526" y="3064669"/>
            <a:ext cx="21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62500" y="3007519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Nursing home pilots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across India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457700" y="33504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02051" y="3388519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762500" y="3331369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1,000 falls prevented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first year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457700" y="36742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02051" y="3712369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762500" y="3655219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200,000+ falls prevented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annually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457700" y="39981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531221" y="4036219"/>
            <a:ext cx="142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∞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762500" y="3979069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Smarter, safer elderly care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all India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81000" y="4607719"/>
            <a:ext cx="7620000" cy="1323975"/>
          </a:xfrm>
          <a:custGeom>
            <a:avLst/>
            <a:gdLst/>
            <a:ahLst/>
            <a:cxnLst/>
            <a:rect l="l" t="t" r="r" b="b"/>
            <a:pathLst>
              <a:path w="7620000" h="1323975">
                <a:moveTo>
                  <a:pt x="152403" y="0"/>
                </a:moveTo>
                <a:lnTo>
                  <a:pt x="7467597" y="0"/>
                </a:lnTo>
                <a:cubicBezTo>
                  <a:pt x="7551767" y="0"/>
                  <a:pt x="7620000" y="68233"/>
                  <a:pt x="7620000" y="152403"/>
                </a:cubicBezTo>
                <a:lnTo>
                  <a:pt x="7620000" y="1171572"/>
                </a:lnTo>
                <a:cubicBezTo>
                  <a:pt x="7620000" y="1255742"/>
                  <a:pt x="7551767" y="1323975"/>
                  <a:pt x="7467597" y="1323975"/>
                </a:cubicBezTo>
                <a:lnTo>
                  <a:pt x="152403" y="1323975"/>
                </a:lnTo>
                <a:cubicBezTo>
                  <a:pt x="68233" y="1323975"/>
                  <a:pt x="0" y="1255742"/>
                  <a:pt x="0" y="11715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23875" y="4798219"/>
            <a:ext cx="73342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30 seconds, an elderly person falls.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70% refuse wearable solutions.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SmartGuard eliminates that barrier.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23850" y="6117431"/>
            <a:ext cx="773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338138" y="6498431"/>
            <a:ext cx="770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Let's make elderly care smarter, safer, and accessible to all.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1039</Words>
  <Application>Microsoft Office PowerPoint</Application>
  <PresentationFormat>Widescreen</PresentationFormat>
  <Paragraphs>289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微软雅黑</vt:lpstr>
      <vt:lpstr>Arial</vt:lpstr>
      <vt:lpstr>MiSans</vt:lpstr>
      <vt:lpstr>Noto Sans SC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SmartGuard - AI-Powered Fall Detection</dc:title>
  <dc:subject>SmartGuard - AI-Powered Fall Detection</dc:subject>
  <dc:creator>Kimi</dc:creator>
  <cp:lastModifiedBy>Divyanshu Patel</cp:lastModifiedBy>
  <cp:revision>5</cp:revision>
  <dcterms:created xsi:type="dcterms:W3CDTF">2026-02-12T18:42:57Z</dcterms:created>
  <dcterms:modified xsi:type="dcterms:W3CDTF">2026-02-16T17:44:15Z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{"Label":"SmartGuard - AI-Powered Fall Detection","ContentProducer":"001191110108MACG2KBH8F10000","ProduceID":"19c53252-4702-8697-8000-00003b224465","ReservedCode1":"","ContentPropagator":"001191110108MACG2KBH8F20000","PropagateID":"19c53252-4702-8697-8000-00003b224465","ReservedCode2":""}</vt:lpwstr>
  </property>
</Properties>
</file>